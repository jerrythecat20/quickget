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300" r:id="rId10"/>
    <p:sldId id="264" r:id="rId11"/>
    <p:sldId id="265" r:id="rId12"/>
    <p:sldId id="266" r:id="rId13"/>
    <p:sldId id="267" r:id="rId14"/>
    <p:sldId id="268" r:id="rId15"/>
    <p:sldId id="269" r:id="rId16"/>
    <p:sldId id="271" r:id="rId17"/>
    <p:sldId id="272" r:id="rId18"/>
    <p:sldId id="273" r:id="rId19"/>
    <p:sldId id="274" r:id="rId20"/>
    <p:sldId id="275" r:id="rId21"/>
    <p:sldId id="281" r:id="rId22"/>
    <p:sldId id="276" r:id="rId23"/>
    <p:sldId id="277" r:id="rId24"/>
    <p:sldId id="278" r:id="rId25"/>
    <p:sldId id="279" r:id="rId26"/>
    <p:sldId id="280" r:id="rId27"/>
    <p:sldId id="270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304" r:id="rId45"/>
    <p:sldId id="305" r:id="rId46"/>
    <p:sldId id="306" r:id="rId47"/>
    <p:sldId id="308" r:id="rId48"/>
    <p:sldId id="307" r:id="rId4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4040"/>
    <a:srgbClr val="BFBFBF"/>
    <a:srgbClr val="666699"/>
    <a:srgbClr val="66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361" autoAdjust="0"/>
    <p:restoredTop sz="94660"/>
  </p:normalViewPr>
  <p:slideViewPr>
    <p:cSldViewPr>
      <p:cViewPr varScale="1">
        <p:scale>
          <a:sx n="109" d="100"/>
          <a:sy n="109" d="100"/>
        </p:scale>
        <p:origin x="258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2E6C-FC7C-48E9-8E65-E2A6D6FDC414}" type="datetimeFigureOut">
              <a:rPr lang="ru-RU" smtClean="0"/>
              <a:t>06.10.2021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B7EB4-FD87-4FE3-BDF7-90B6FCF3E6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6317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2E6C-FC7C-48E9-8E65-E2A6D6FDC414}" type="datetimeFigureOut">
              <a:rPr lang="ru-RU" smtClean="0"/>
              <a:t>06.10.2021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B7EB4-FD87-4FE3-BDF7-90B6FCF3E6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6315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2E6C-FC7C-48E9-8E65-E2A6D6FDC414}" type="datetimeFigureOut">
              <a:rPr lang="ru-RU" smtClean="0"/>
              <a:t>06.10.2021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B7EB4-FD87-4FE3-BDF7-90B6FCF3E6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3951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2E6C-FC7C-48E9-8E65-E2A6D6FDC414}" type="datetimeFigureOut">
              <a:rPr lang="ru-RU" smtClean="0"/>
              <a:t>06.10.2021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B7EB4-FD87-4FE3-BDF7-90B6FCF3E6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2607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2E6C-FC7C-48E9-8E65-E2A6D6FDC414}" type="datetimeFigureOut">
              <a:rPr lang="ru-RU" smtClean="0"/>
              <a:t>06.10.2021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B7EB4-FD87-4FE3-BDF7-90B6FCF3E6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6151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2E6C-FC7C-48E9-8E65-E2A6D6FDC414}" type="datetimeFigureOut">
              <a:rPr lang="ru-RU" smtClean="0"/>
              <a:t>06.10.2021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B7EB4-FD87-4FE3-BDF7-90B6FCF3E6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8285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2E6C-FC7C-48E9-8E65-E2A6D6FDC414}" type="datetimeFigureOut">
              <a:rPr lang="ru-RU" smtClean="0"/>
              <a:t>06.10.2021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B7EB4-FD87-4FE3-BDF7-90B6FCF3E6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2745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2E6C-FC7C-48E9-8E65-E2A6D6FDC414}" type="datetimeFigureOut">
              <a:rPr lang="ru-RU" smtClean="0"/>
              <a:t>06.10.2021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B7EB4-FD87-4FE3-BDF7-90B6FCF3E6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1374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2E6C-FC7C-48E9-8E65-E2A6D6FDC414}" type="datetimeFigureOut">
              <a:rPr lang="ru-RU" smtClean="0"/>
              <a:t>06.10.2021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B7EB4-FD87-4FE3-BDF7-90B6FCF3E6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8241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2E6C-FC7C-48E9-8E65-E2A6D6FDC414}" type="datetimeFigureOut">
              <a:rPr lang="ru-RU" smtClean="0"/>
              <a:t>06.10.2021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B7EB4-FD87-4FE3-BDF7-90B6FCF3E6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3218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2E6C-FC7C-48E9-8E65-E2A6D6FDC414}" type="datetimeFigureOut">
              <a:rPr lang="ru-RU" smtClean="0"/>
              <a:t>06.10.2021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B7EB4-FD87-4FE3-BDF7-90B6FCF3E6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8879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BB2E6C-FC7C-48E9-8E65-E2A6D6FDC414}" type="datetimeFigureOut">
              <a:rPr lang="ru-RU" smtClean="0"/>
              <a:t>06.10.2021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0B7EB4-FD87-4FE3-BDF7-90B6FCF3E6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2182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10.xml"/><Relationship Id="rId1" Type="http://schemas.openxmlformats.org/officeDocument/2006/relationships/slideLayout" Target="../slideLayouts/slideLayout7.xml"/><Relationship Id="rId4" Type="http://schemas.openxmlformats.org/officeDocument/2006/relationships/slide" Target="slide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10.xml"/><Relationship Id="rId1" Type="http://schemas.openxmlformats.org/officeDocument/2006/relationships/slideLayout" Target="../slideLayouts/slideLayout7.xml"/><Relationship Id="rId4" Type="http://schemas.openxmlformats.org/officeDocument/2006/relationships/slide" Target="slide4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1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" Target="slide48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" Target="slide48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gradFill>
            <a:gsLst>
              <a:gs pos="0">
                <a:srgbClr val="03D4A8"/>
              </a:gs>
              <a:gs pos="25000">
                <a:srgbClr val="21D6E0"/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0" y="126876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>
                <a:solidFill>
                  <a:schemeClr val="bg1"/>
                </a:solidFill>
                <a:latin typeface="Algerian" pitchFamily="82" charset="0"/>
              </a:rPr>
              <a:t>ELECTROCURSOR ADVENTURE</a:t>
            </a:r>
            <a:endParaRPr lang="ru-RU" sz="3600" dirty="0">
              <a:solidFill>
                <a:schemeClr val="bg1"/>
              </a:solidFill>
              <a:latin typeface="Bahnschrift Light" pitchFamily="34" charset="0"/>
            </a:endParaRPr>
          </a:p>
        </p:txBody>
      </p:sp>
      <p:sp>
        <p:nvSpPr>
          <p:cNvPr id="6" name="Скругленный прямоугольник 5">
            <a:hlinkHover r:id="" action="ppaction://hlinkshowjump?jump=nextslide"/>
          </p:cNvPr>
          <p:cNvSpPr/>
          <p:nvPr/>
        </p:nvSpPr>
        <p:spPr>
          <a:xfrm>
            <a:off x="323528" y="3396537"/>
            <a:ext cx="1656184" cy="612068"/>
          </a:xfrm>
          <a:prstGeom prst="roundRect">
            <a:avLst>
              <a:gd name="adj" fmla="val 27085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 smtClean="0">
                <a:solidFill>
                  <a:schemeClr val="bg1"/>
                </a:solidFill>
                <a:latin typeface="Bad Script" pitchFamily="2" charset="0"/>
              </a:rPr>
              <a:t>Поехали!</a:t>
            </a:r>
            <a:endParaRPr lang="ru-RU" sz="2400" dirty="0">
              <a:solidFill>
                <a:schemeClr val="bg1"/>
              </a:solidFill>
              <a:latin typeface="Bad Scrip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4205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gradFill>
            <a:gsLst>
              <a:gs pos="0">
                <a:srgbClr val="03D4A8"/>
              </a:gs>
              <a:gs pos="25000">
                <a:srgbClr val="21D6E0"/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Блок-схема: узел 3">
            <a:hlinkHover r:id="rId2" action="ppaction://hlinksldjump"/>
          </p:cNvPr>
          <p:cNvSpPr/>
          <p:nvPr/>
        </p:nvSpPr>
        <p:spPr>
          <a:xfrm>
            <a:off x="8398919" y="260648"/>
            <a:ext cx="457200" cy="457200"/>
          </a:xfrm>
          <a:prstGeom prst="flowChartConnector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Блок-схема: процесс 14">
            <a:hlinkHover r:id="rId3" action="ppaction://hlinksldjump"/>
          </p:cNvPr>
          <p:cNvSpPr/>
          <p:nvPr/>
        </p:nvSpPr>
        <p:spPr>
          <a:xfrm>
            <a:off x="2915816" y="343966"/>
            <a:ext cx="360040" cy="6525344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Блок-схема: процесс 15">
            <a:hlinkHover r:id="rId3" action="ppaction://hlinksldjump"/>
          </p:cNvPr>
          <p:cNvSpPr/>
          <p:nvPr/>
        </p:nvSpPr>
        <p:spPr>
          <a:xfrm>
            <a:off x="3563888" y="0"/>
            <a:ext cx="360040" cy="3068960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Блок-схема: процесс 16">
            <a:hlinkHover r:id="rId3" action="ppaction://hlinksldjump"/>
          </p:cNvPr>
          <p:cNvSpPr/>
          <p:nvPr/>
        </p:nvSpPr>
        <p:spPr>
          <a:xfrm>
            <a:off x="4236341" y="343966"/>
            <a:ext cx="360040" cy="6525344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Блок-схема: процесс 18">
            <a:hlinkHover r:id="rId3" action="ppaction://hlinksldjump"/>
          </p:cNvPr>
          <p:cNvSpPr/>
          <p:nvPr/>
        </p:nvSpPr>
        <p:spPr>
          <a:xfrm>
            <a:off x="4932040" y="0"/>
            <a:ext cx="360040" cy="3068960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Блок-схема: процесс 19">
            <a:hlinkHover r:id="rId3" action="ppaction://hlinksldjump"/>
          </p:cNvPr>
          <p:cNvSpPr/>
          <p:nvPr/>
        </p:nvSpPr>
        <p:spPr>
          <a:xfrm>
            <a:off x="5580112" y="343966"/>
            <a:ext cx="360040" cy="6525344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Блок-схема: процесс 20">
            <a:hlinkHover r:id="rId3" action="ppaction://hlinksldjump"/>
          </p:cNvPr>
          <p:cNvSpPr/>
          <p:nvPr/>
        </p:nvSpPr>
        <p:spPr>
          <a:xfrm>
            <a:off x="6228184" y="0"/>
            <a:ext cx="360040" cy="3068960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Блок-схема: процесс 21">
            <a:hlinkHover r:id="rId3" action="ppaction://hlinksldjump"/>
          </p:cNvPr>
          <p:cNvSpPr/>
          <p:nvPr/>
        </p:nvSpPr>
        <p:spPr>
          <a:xfrm>
            <a:off x="6900637" y="343966"/>
            <a:ext cx="360040" cy="6525344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470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gradFill>
            <a:gsLst>
              <a:gs pos="0">
                <a:srgbClr val="03D4A8"/>
              </a:gs>
              <a:gs pos="25000">
                <a:srgbClr val="21D6E0"/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0" y="126876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 smtClean="0">
                <a:solidFill>
                  <a:schemeClr val="bg1"/>
                </a:solidFill>
                <a:latin typeface="Bad Script" pitchFamily="2" charset="0"/>
              </a:rPr>
              <a:t>Ты победил!</a:t>
            </a:r>
            <a:endParaRPr lang="ru-RU" sz="3600" dirty="0">
              <a:solidFill>
                <a:schemeClr val="bg1"/>
              </a:solidFill>
              <a:latin typeface="Bad Script" pitchFamily="2" charset="0"/>
            </a:endParaRPr>
          </a:p>
        </p:txBody>
      </p:sp>
      <p:sp>
        <p:nvSpPr>
          <p:cNvPr id="7" name="Скругленный прямоугольник 6">
            <a:hlinkHover r:id="" action="ppaction://hlinkshowjump?jump=nextslide"/>
          </p:cNvPr>
          <p:cNvSpPr/>
          <p:nvPr/>
        </p:nvSpPr>
        <p:spPr>
          <a:xfrm>
            <a:off x="323528" y="3396537"/>
            <a:ext cx="1656184" cy="612068"/>
          </a:xfrm>
          <a:prstGeom prst="roundRect">
            <a:avLst>
              <a:gd name="adj" fmla="val 27085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 smtClean="0">
                <a:solidFill>
                  <a:schemeClr val="bg1"/>
                </a:solidFill>
                <a:latin typeface="Bad Script" pitchFamily="2" charset="0"/>
              </a:rPr>
              <a:t>Вперёд</a:t>
            </a:r>
            <a:endParaRPr lang="ru-RU" sz="2400" dirty="0">
              <a:solidFill>
                <a:schemeClr val="bg1"/>
              </a:solidFill>
              <a:latin typeface="Bad Scrip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7279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3568" y="548680"/>
            <a:ext cx="59766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>
                <a:latin typeface="Bad Script" pitchFamily="2" charset="0"/>
              </a:rPr>
              <a:t>Я смотрю, ты хорошо играешь</a:t>
            </a:r>
            <a:endParaRPr lang="ru-RU" sz="3600" dirty="0">
              <a:latin typeface="Bad Scrip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0579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3568" y="548680"/>
            <a:ext cx="59766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>
                <a:latin typeface="Bad Script" pitchFamily="2" charset="0"/>
              </a:rPr>
              <a:t>Я смотрю, ты хорошо играешь</a:t>
            </a:r>
          </a:p>
          <a:p>
            <a:r>
              <a:rPr lang="ru-RU" sz="3600" dirty="0" smtClean="0">
                <a:latin typeface="Bad Script" pitchFamily="2" charset="0"/>
              </a:rPr>
              <a:t>Настало время сыграть со мной</a:t>
            </a:r>
            <a:endParaRPr lang="ru-RU" sz="3600" dirty="0">
              <a:latin typeface="Bad Scrip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7897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3568" y="548680"/>
            <a:ext cx="59766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>
                <a:latin typeface="Bad Script" pitchFamily="2" charset="0"/>
              </a:rPr>
              <a:t>Я смотрю, ты хорошо играешь</a:t>
            </a:r>
          </a:p>
          <a:p>
            <a:r>
              <a:rPr lang="ru-RU" sz="3600" dirty="0" smtClean="0">
                <a:latin typeface="Bad Script" pitchFamily="2" charset="0"/>
              </a:rPr>
              <a:t>Настало время сыграть со мной</a:t>
            </a:r>
          </a:p>
          <a:p>
            <a:r>
              <a:rPr lang="ru-RU" sz="3600" dirty="0" smtClean="0">
                <a:latin typeface="Bad Script" pitchFamily="2" charset="0"/>
              </a:rPr>
              <a:t>Просто смотри</a:t>
            </a:r>
            <a:endParaRPr lang="ru-RU" sz="3600" dirty="0">
              <a:latin typeface="Bad Scrip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5973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3568" y="548680"/>
            <a:ext cx="70567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>
                <a:latin typeface="Bad Script" pitchFamily="2" charset="0"/>
              </a:rPr>
              <a:t>Я смотрю, ты хорошо играешь</a:t>
            </a:r>
          </a:p>
          <a:p>
            <a:r>
              <a:rPr lang="ru-RU" sz="3600" dirty="0" smtClean="0">
                <a:latin typeface="Bad Script" pitchFamily="2" charset="0"/>
              </a:rPr>
              <a:t>Настало время сыграть со мной</a:t>
            </a:r>
          </a:p>
          <a:p>
            <a:r>
              <a:rPr lang="ru-RU" sz="3600" dirty="0" smtClean="0">
                <a:latin typeface="Bad Script" pitchFamily="2" charset="0"/>
              </a:rPr>
              <a:t>Просто смотри</a:t>
            </a:r>
          </a:p>
          <a:p>
            <a:r>
              <a:rPr lang="ru-RU" sz="3600" dirty="0" smtClean="0">
                <a:latin typeface="Bad Script" pitchFamily="2" charset="0"/>
              </a:rPr>
              <a:t>Как этот компьютер сгорит дотла</a:t>
            </a:r>
            <a:endParaRPr lang="ru-RU" sz="3600" dirty="0">
              <a:latin typeface="Bad Scrip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460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3568" y="548680"/>
            <a:ext cx="77768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>
                <a:latin typeface="Bad Script" pitchFamily="2" charset="0"/>
              </a:rPr>
              <a:t>Я смотрю, ты хорошо играешь</a:t>
            </a:r>
          </a:p>
          <a:p>
            <a:r>
              <a:rPr lang="ru-RU" sz="3600" dirty="0" smtClean="0">
                <a:latin typeface="Bad Script" pitchFamily="2" charset="0"/>
              </a:rPr>
              <a:t>Настало время сыграть со мной</a:t>
            </a:r>
          </a:p>
          <a:p>
            <a:r>
              <a:rPr lang="ru-RU" sz="3600" dirty="0" smtClean="0">
                <a:latin typeface="Bad Script" pitchFamily="2" charset="0"/>
              </a:rPr>
              <a:t>Просто смотри</a:t>
            </a:r>
          </a:p>
          <a:p>
            <a:r>
              <a:rPr lang="ru-RU" sz="3600" dirty="0" smtClean="0">
                <a:latin typeface="Bad Script" pitchFamily="2" charset="0"/>
              </a:rPr>
              <a:t>Как этот компьютер сгорит дотла</a:t>
            </a:r>
            <a:endParaRPr lang="ru-RU" sz="3600" dirty="0">
              <a:latin typeface="Bad Script" pitchFamily="2" charset="0"/>
            </a:endParaRPr>
          </a:p>
        </p:txBody>
      </p:sp>
      <p:grpSp>
        <p:nvGrpSpPr>
          <p:cNvPr id="7" name="Группа 6"/>
          <p:cNvGrpSpPr/>
          <p:nvPr/>
        </p:nvGrpSpPr>
        <p:grpSpPr>
          <a:xfrm>
            <a:off x="2447764" y="2204864"/>
            <a:ext cx="4248472" cy="1796132"/>
            <a:chOff x="2447764" y="2204864"/>
            <a:chExt cx="4248472" cy="1796132"/>
          </a:xfrm>
        </p:grpSpPr>
        <p:sp>
          <p:nvSpPr>
            <p:cNvPr id="2" name="Прямоугольник 1"/>
            <p:cNvSpPr/>
            <p:nvPr/>
          </p:nvSpPr>
          <p:spPr>
            <a:xfrm>
              <a:off x="2447764" y="2204864"/>
              <a:ext cx="4248472" cy="17961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2700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2627784" y="2348880"/>
              <a:ext cx="374441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 smtClean="0">
                  <a:latin typeface="Bahnschrift Light" pitchFamily="34" charset="0"/>
                </a:rPr>
                <a:t>Приложение </a:t>
              </a:r>
              <a:r>
                <a:rPr lang="en-US" dirty="0" smtClean="0">
                  <a:latin typeface="Bahnschrift Light" pitchFamily="34" charset="0"/>
                </a:rPr>
                <a:t>ElectroCursor Adventure </a:t>
              </a:r>
              <a:r>
                <a:rPr lang="ru-RU" dirty="0" smtClean="0">
                  <a:latin typeface="Bahnschrift Light" pitchFamily="34" charset="0"/>
                </a:rPr>
                <a:t>запрашивает доступ к памяти</a:t>
              </a:r>
              <a:endParaRPr lang="ru-RU" dirty="0">
                <a:latin typeface="Bahnschrift Light" pitchFamily="34" charset="0"/>
              </a:endParaRPr>
            </a:p>
          </p:txBody>
        </p:sp>
        <p:sp>
          <p:nvSpPr>
            <p:cNvPr id="5" name="Прямоугольник 4">
              <a:hlinkHover r:id="rId2" action="ppaction://hlinksldjump"/>
            </p:cNvPr>
            <p:cNvSpPr/>
            <p:nvPr/>
          </p:nvSpPr>
          <p:spPr>
            <a:xfrm>
              <a:off x="4103948" y="3501008"/>
              <a:ext cx="936104" cy="2880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 smtClean="0">
                  <a:solidFill>
                    <a:schemeClr val="tx1"/>
                  </a:solidFill>
                  <a:latin typeface="Bahnschrift Light" pitchFamily="34" charset="0"/>
                </a:rPr>
                <a:t>Нет</a:t>
              </a:r>
              <a:endParaRPr lang="ru-RU" dirty="0">
                <a:solidFill>
                  <a:schemeClr val="tx1"/>
                </a:solidFill>
                <a:latin typeface="Bahnschrift Light" pitchFamily="34" charset="0"/>
              </a:endParaRPr>
            </a:p>
          </p:txBody>
        </p:sp>
        <p:sp>
          <p:nvSpPr>
            <p:cNvPr id="6" name="Прямоугольник 5">
              <a:hlinkClick r:id="rId3" action="ppaction://hlinksldjump"/>
            </p:cNvPr>
            <p:cNvSpPr/>
            <p:nvPr/>
          </p:nvSpPr>
          <p:spPr>
            <a:xfrm>
              <a:off x="5364088" y="3501008"/>
              <a:ext cx="936104" cy="2880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 smtClean="0">
                  <a:solidFill>
                    <a:schemeClr val="tx1"/>
                  </a:solidFill>
                  <a:latin typeface="Bahnschrift Light" pitchFamily="34" charset="0"/>
                </a:rPr>
                <a:t>Да</a:t>
              </a:r>
              <a:endParaRPr lang="ru-RU" dirty="0">
                <a:solidFill>
                  <a:schemeClr val="tx1"/>
                </a:solidFill>
                <a:latin typeface="Bahnschrift Light" pitchFamily="34" charset="0"/>
              </a:endParaRPr>
            </a:p>
          </p:txBody>
        </p:sp>
      </p:grpSp>
      <p:sp>
        <p:nvSpPr>
          <p:cNvPr id="8" name="Блок-схема: процесс 7">
            <a:hlinkHover r:id="rId4" action="ppaction://hlinksldjump"/>
          </p:cNvPr>
          <p:cNvSpPr/>
          <p:nvPr/>
        </p:nvSpPr>
        <p:spPr>
          <a:xfrm>
            <a:off x="0" y="0"/>
            <a:ext cx="9144000" cy="188640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4784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3568" y="548680"/>
            <a:ext cx="77768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>
                <a:latin typeface="Bad Script" pitchFamily="2" charset="0"/>
              </a:rPr>
              <a:t>Я смотрю, ты хорошо играешь</a:t>
            </a:r>
          </a:p>
          <a:p>
            <a:r>
              <a:rPr lang="ru-RU" sz="3600" dirty="0" smtClean="0">
                <a:latin typeface="Bad Script" pitchFamily="2" charset="0"/>
              </a:rPr>
              <a:t>Настало время сыграть со мной</a:t>
            </a:r>
          </a:p>
          <a:p>
            <a:r>
              <a:rPr lang="ru-RU" sz="3600" dirty="0" smtClean="0">
                <a:latin typeface="Bad Script" pitchFamily="2" charset="0"/>
              </a:rPr>
              <a:t>Просто смотри</a:t>
            </a:r>
          </a:p>
          <a:p>
            <a:r>
              <a:rPr lang="ru-RU" sz="3600" dirty="0" smtClean="0">
                <a:latin typeface="Bad Script" pitchFamily="2" charset="0"/>
              </a:rPr>
              <a:t>Как этот компьютер сгорит дотла</a:t>
            </a:r>
            <a:endParaRPr lang="ru-RU" sz="3600" dirty="0">
              <a:latin typeface="Bad Script" pitchFamily="2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2447764" y="2204864"/>
            <a:ext cx="4248472" cy="17961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2627784" y="2348880"/>
            <a:ext cx="37444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Bahnschrift Light" pitchFamily="34" charset="0"/>
              </a:rPr>
              <a:t>Приложение </a:t>
            </a:r>
            <a:r>
              <a:rPr lang="en-US" dirty="0" smtClean="0">
                <a:latin typeface="Bahnschrift Light" pitchFamily="34" charset="0"/>
              </a:rPr>
              <a:t>ElectroCursor Adventure </a:t>
            </a:r>
            <a:r>
              <a:rPr lang="ru-RU" dirty="0" smtClean="0">
                <a:latin typeface="Bahnschrift Light" pitchFamily="34" charset="0"/>
              </a:rPr>
              <a:t>запрашивает доступ к памяти</a:t>
            </a:r>
            <a:endParaRPr lang="ru-RU" dirty="0">
              <a:latin typeface="Bahnschrift Light" pitchFamily="34" charset="0"/>
            </a:endParaRPr>
          </a:p>
        </p:txBody>
      </p:sp>
      <p:sp>
        <p:nvSpPr>
          <p:cNvPr id="5" name="Прямоугольник 4">
            <a:hlinkHover r:id="rId2" action="ppaction://hlinksldjump"/>
          </p:cNvPr>
          <p:cNvSpPr/>
          <p:nvPr/>
        </p:nvSpPr>
        <p:spPr>
          <a:xfrm>
            <a:off x="4103948" y="3501008"/>
            <a:ext cx="936104" cy="2880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  <a:latin typeface="Bahnschrift Light" pitchFamily="34" charset="0"/>
              </a:rPr>
              <a:t>Нет</a:t>
            </a:r>
            <a:endParaRPr lang="ru-RU" dirty="0">
              <a:solidFill>
                <a:schemeClr val="tx1"/>
              </a:solidFill>
              <a:latin typeface="Bahnschrift Light" pitchFamily="34" charset="0"/>
            </a:endParaRPr>
          </a:p>
        </p:txBody>
      </p:sp>
      <p:sp>
        <p:nvSpPr>
          <p:cNvPr id="6" name="Прямоугольник 5">
            <a:hlinkClick r:id="rId3" action="ppaction://hlinksldjump"/>
          </p:cNvPr>
          <p:cNvSpPr/>
          <p:nvPr/>
        </p:nvSpPr>
        <p:spPr>
          <a:xfrm>
            <a:off x="5364088" y="3501008"/>
            <a:ext cx="936104" cy="2880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  <a:latin typeface="Bahnschrift Light" pitchFamily="34" charset="0"/>
              </a:rPr>
              <a:t>Да</a:t>
            </a:r>
            <a:endParaRPr lang="ru-RU" dirty="0">
              <a:solidFill>
                <a:schemeClr val="tx1"/>
              </a:solidFill>
              <a:latin typeface="Bahnschrift Light" pitchFamily="34" charset="0"/>
            </a:endParaRPr>
          </a:p>
        </p:txBody>
      </p:sp>
      <p:sp>
        <p:nvSpPr>
          <p:cNvPr id="8" name="Блок-схема: процесс 7"/>
          <p:cNvSpPr/>
          <p:nvPr/>
        </p:nvSpPr>
        <p:spPr>
          <a:xfrm>
            <a:off x="0" y="0"/>
            <a:ext cx="9144000" cy="332656"/>
          </a:xfrm>
          <a:prstGeom prst="flowChartProcess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Блок-схема: узел 8">
            <a:hlinkClick r:id="rId4" action="ppaction://hlinksldjump"/>
          </p:cNvPr>
          <p:cNvSpPr/>
          <p:nvPr/>
        </p:nvSpPr>
        <p:spPr>
          <a:xfrm>
            <a:off x="107504" y="52028"/>
            <a:ext cx="228600" cy="228600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0069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3568" y="548680"/>
            <a:ext cx="7776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>
                <a:latin typeface="Bad Script" pitchFamily="2" charset="0"/>
              </a:rPr>
              <a:t>Не нужно со мной спорить</a:t>
            </a:r>
            <a:endParaRPr lang="ru-RU" sz="3600" dirty="0">
              <a:latin typeface="Bad Scrip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8436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3568" y="548680"/>
            <a:ext cx="77768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>
                <a:latin typeface="Bad Script" pitchFamily="2" charset="0"/>
              </a:rPr>
              <a:t>Не нужно со мной спорить</a:t>
            </a:r>
          </a:p>
          <a:p>
            <a:r>
              <a:rPr lang="ru-RU" sz="3600" dirty="0" smtClean="0">
                <a:latin typeface="Bad Script" pitchFamily="2" charset="0"/>
              </a:rPr>
              <a:t>Просто нажми на эту кнопочку</a:t>
            </a:r>
            <a:endParaRPr lang="ru-RU" sz="3600" dirty="0">
              <a:latin typeface="Bad Script" pitchFamily="2" charset="0"/>
            </a:endParaRPr>
          </a:p>
        </p:txBody>
      </p:sp>
      <p:grpSp>
        <p:nvGrpSpPr>
          <p:cNvPr id="4" name="Группа 3"/>
          <p:cNvGrpSpPr/>
          <p:nvPr/>
        </p:nvGrpSpPr>
        <p:grpSpPr>
          <a:xfrm>
            <a:off x="2447764" y="2204864"/>
            <a:ext cx="4248472" cy="1796132"/>
            <a:chOff x="2447764" y="2204864"/>
            <a:chExt cx="4248472" cy="1796132"/>
          </a:xfrm>
        </p:grpSpPr>
        <p:sp>
          <p:nvSpPr>
            <p:cNvPr id="5" name="Прямоугольник 4"/>
            <p:cNvSpPr/>
            <p:nvPr/>
          </p:nvSpPr>
          <p:spPr>
            <a:xfrm>
              <a:off x="2447764" y="2204864"/>
              <a:ext cx="4248472" cy="17961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2700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627784" y="2348880"/>
              <a:ext cx="374441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 smtClean="0">
                  <a:latin typeface="Bahnschrift Light" pitchFamily="34" charset="0"/>
                </a:rPr>
                <a:t>Приложение </a:t>
              </a:r>
              <a:r>
                <a:rPr lang="en-US" dirty="0" smtClean="0">
                  <a:latin typeface="Bahnschrift Light" pitchFamily="34" charset="0"/>
                </a:rPr>
                <a:t>ElectroCursor Adventure </a:t>
              </a:r>
              <a:r>
                <a:rPr lang="ru-RU" dirty="0" smtClean="0">
                  <a:latin typeface="Bahnschrift Light" pitchFamily="34" charset="0"/>
                </a:rPr>
                <a:t>запрашивает доступ к памяти</a:t>
              </a:r>
              <a:endParaRPr lang="ru-RU" dirty="0">
                <a:latin typeface="Bahnschrift Light" pitchFamily="34" charset="0"/>
              </a:endParaRPr>
            </a:p>
          </p:txBody>
        </p:sp>
        <p:sp>
          <p:nvSpPr>
            <p:cNvPr id="8" name="Прямоугольник 7">
              <a:hlinkClick r:id="rId2" action="ppaction://hlinksldjump"/>
            </p:cNvPr>
            <p:cNvSpPr/>
            <p:nvPr/>
          </p:nvSpPr>
          <p:spPr>
            <a:xfrm>
              <a:off x="5364088" y="3501008"/>
              <a:ext cx="936104" cy="2880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 smtClean="0">
                  <a:solidFill>
                    <a:schemeClr val="tx1"/>
                  </a:solidFill>
                  <a:latin typeface="Bahnschrift Light" pitchFamily="34" charset="0"/>
                </a:rPr>
                <a:t>Да</a:t>
              </a:r>
              <a:endParaRPr lang="ru-RU" dirty="0">
                <a:solidFill>
                  <a:schemeClr val="tx1"/>
                </a:solidFill>
                <a:latin typeface="Bahnschrift Light" pitchFamily="34" charset="0"/>
              </a:endParaRPr>
            </a:p>
          </p:txBody>
        </p:sp>
      </p:grpSp>
      <p:cxnSp>
        <p:nvCxnSpPr>
          <p:cNvPr id="9" name="Прямая со стрелкой 8"/>
          <p:cNvCxnSpPr/>
          <p:nvPr/>
        </p:nvCxnSpPr>
        <p:spPr>
          <a:xfrm flipH="1">
            <a:off x="6444208" y="2636912"/>
            <a:ext cx="1152128" cy="86409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645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447764" y="2204864"/>
            <a:ext cx="4248472" cy="17961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2627784" y="2348880"/>
            <a:ext cx="3744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Bad Script" pitchFamily="2" charset="0"/>
              </a:rPr>
              <a:t>Прекрасно</a:t>
            </a:r>
            <a:endParaRPr lang="ru-RU" dirty="0">
              <a:latin typeface="Bad Scrip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7082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447764" y="2204864"/>
            <a:ext cx="4248472" cy="17961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2627784" y="2348880"/>
            <a:ext cx="37444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Bad Script" pitchFamily="2" charset="0"/>
              </a:rPr>
              <a:t>Смотри, сейчас все твои файлы будут удалены</a:t>
            </a:r>
            <a:endParaRPr lang="ru-RU" dirty="0">
              <a:latin typeface="Bad Scrip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2686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447764" y="2204864"/>
            <a:ext cx="4248472" cy="17961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2627784" y="2348880"/>
            <a:ext cx="374441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>
                <a:latin typeface="Bahnschrift Light" pitchFamily="34" charset="0"/>
              </a:rPr>
              <a:t>Очистка системы</a:t>
            </a:r>
          </a:p>
          <a:p>
            <a:endParaRPr lang="ru-RU" sz="400" dirty="0" smtClean="0">
              <a:latin typeface="Bahnschrift Light" pitchFamily="34" charset="0"/>
            </a:endParaRPr>
          </a:p>
          <a:p>
            <a:r>
              <a:rPr lang="ru-RU" sz="1600" dirty="0" smtClean="0">
                <a:latin typeface="Bahnschrift Light" pitchFamily="34" charset="0"/>
              </a:rPr>
              <a:t>Удаление всех файлов и компонентов </a:t>
            </a:r>
            <a:r>
              <a:rPr lang="en-US" sz="1600" dirty="0" smtClean="0">
                <a:latin typeface="Bahnschrift Light" pitchFamily="34" charset="0"/>
              </a:rPr>
              <a:t>Windows</a:t>
            </a:r>
            <a:endParaRPr lang="ru-RU" sz="1600" dirty="0" smtClean="0">
              <a:latin typeface="Bahnschrift Light" pitchFamily="34" charset="0"/>
            </a:endParaRPr>
          </a:p>
          <a:p>
            <a:endParaRPr lang="en-US" sz="400" dirty="0" smtClean="0">
              <a:latin typeface="Bahnschrift Light" pitchFamily="34" charset="0"/>
            </a:endParaRPr>
          </a:p>
          <a:p>
            <a:r>
              <a:rPr lang="ru-RU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Bahnschrift Light" pitchFamily="34" charset="0"/>
              </a:rPr>
              <a:t>Подождите минутку. Не выключайте компьютер</a:t>
            </a:r>
            <a:endParaRPr lang="ru-RU" sz="1200" dirty="0">
              <a:solidFill>
                <a:schemeClr val="tx1">
                  <a:lumMod val="50000"/>
                  <a:lumOff val="50000"/>
                </a:schemeClr>
              </a:solidFill>
              <a:latin typeface="Bahnschrift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25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447764" y="2204864"/>
            <a:ext cx="4248472" cy="17961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2627784" y="2348880"/>
            <a:ext cx="374441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>
                <a:latin typeface="Bahnschrift Light" pitchFamily="34" charset="0"/>
              </a:rPr>
              <a:t>Очистка системы</a:t>
            </a:r>
          </a:p>
          <a:p>
            <a:endParaRPr lang="ru-RU" sz="400" dirty="0" smtClean="0">
              <a:latin typeface="Bahnschrift Light" pitchFamily="34" charset="0"/>
            </a:endParaRPr>
          </a:p>
          <a:p>
            <a:r>
              <a:rPr lang="ru-RU" sz="1600" dirty="0" smtClean="0">
                <a:latin typeface="Bahnschrift Light" pitchFamily="34" charset="0"/>
              </a:rPr>
              <a:t>Удаление всех файлов и компонентов </a:t>
            </a:r>
            <a:r>
              <a:rPr lang="en-US" sz="1600" dirty="0" smtClean="0">
                <a:latin typeface="Bahnschrift Light" pitchFamily="34" charset="0"/>
              </a:rPr>
              <a:t>Windows</a:t>
            </a:r>
            <a:endParaRPr lang="ru-RU" sz="1600" dirty="0" smtClean="0">
              <a:latin typeface="Bahnschrift Light" pitchFamily="34" charset="0"/>
            </a:endParaRPr>
          </a:p>
          <a:p>
            <a:endParaRPr lang="en-US" sz="400" dirty="0" smtClean="0">
              <a:latin typeface="Bahnschrift Light" pitchFamily="34" charset="0"/>
            </a:endParaRPr>
          </a:p>
          <a:p>
            <a:r>
              <a:rPr lang="ru-RU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Bahnschrift Light" pitchFamily="34" charset="0"/>
              </a:rPr>
              <a:t>Подождите минутку. Не выключайте компьютер</a:t>
            </a:r>
            <a:endParaRPr lang="ru-RU" sz="1200" dirty="0">
              <a:solidFill>
                <a:schemeClr val="tx1">
                  <a:lumMod val="50000"/>
                  <a:lumOff val="50000"/>
                </a:schemeClr>
              </a:solidFill>
              <a:latin typeface="Bahnschrift Light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951820" y="4941168"/>
            <a:ext cx="3096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Bad Script" pitchFamily="2" charset="0"/>
              </a:rPr>
              <a:t>Превосходно</a:t>
            </a:r>
            <a:endParaRPr lang="ru-RU" sz="2400" dirty="0">
              <a:latin typeface="Bad Scrip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9318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447764" y="2204864"/>
            <a:ext cx="4248472" cy="17961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2627784" y="2348880"/>
            <a:ext cx="374441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>
                <a:latin typeface="Bahnschrift Light" pitchFamily="34" charset="0"/>
              </a:rPr>
              <a:t>Очистка системы</a:t>
            </a:r>
          </a:p>
          <a:p>
            <a:endParaRPr lang="ru-RU" sz="400" dirty="0" smtClean="0">
              <a:latin typeface="Bahnschrift Light" pitchFamily="34" charset="0"/>
            </a:endParaRPr>
          </a:p>
          <a:p>
            <a:r>
              <a:rPr lang="ru-RU" sz="1600" dirty="0" smtClean="0">
                <a:latin typeface="Bahnschrift Light" pitchFamily="34" charset="0"/>
              </a:rPr>
              <a:t>Удаление всех файлов и компонентов </a:t>
            </a:r>
            <a:r>
              <a:rPr lang="en-US" sz="1600" dirty="0" smtClean="0">
                <a:latin typeface="Bahnschrift Light" pitchFamily="34" charset="0"/>
              </a:rPr>
              <a:t>Windows</a:t>
            </a:r>
            <a:endParaRPr lang="ru-RU" sz="1600" dirty="0" smtClean="0">
              <a:latin typeface="Bahnschrift Light" pitchFamily="34" charset="0"/>
            </a:endParaRPr>
          </a:p>
          <a:p>
            <a:endParaRPr lang="en-US" sz="400" dirty="0" smtClean="0">
              <a:latin typeface="Bahnschrift Light" pitchFamily="34" charset="0"/>
            </a:endParaRPr>
          </a:p>
          <a:p>
            <a:r>
              <a:rPr lang="ru-RU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Bahnschrift Light" pitchFamily="34" charset="0"/>
              </a:rPr>
              <a:t>Подождите минутку. Не выключайте компьютер</a:t>
            </a:r>
            <a:endParaRPr lang="ru-RU" sz="1200" dirty="0">
              <a:solidFill>
                <a:schemeClr val="tx1">
                  <a:lumMod val="50000"/>
                  <a:lumOff val="50000"/>
                </a:schemeClr>
              </a:solidFill>
              <a:latin typeface="Bahnschrift Light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951820" y="4941168"/>
            <a:ext cx="3096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Bad Script" pitchFamily="2" charset="0"/>
              </a:rPr>
              <a:t>Вот видишь</a:t>
            </a:r>
            <a:endParaRPr lang="ru-RU" sz="2400" dirty="0">
              <a:latin typeface="Bad Scrip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7442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447764" y="2204864"/>
            <a:ext cx="4248472" cy="17961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2627784" y="2348880"/>
            <a:ext cx="374441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>
                <a:latin typeface="Bahnschrift Light" pitchFamily="34" charset="0"/>
              </a:rPr>
              <a:t>Очистка системы</a:t>
            </a:r>
          </a:p>
          <a:p>
            <a:endParaRPr lang="ru-RU" sz="400" dirty="0" smtClean="0">
              <a:latin typeface="Bahnschrift Light" pitchFamily="34" charset="0"/>
            </a:endParaRPr>
          </a:p>
          <a:p>
            <a:r>
              <a:rPr lang="ru-RU" sz="1600" dirty="0" smtClean="0">
                <a:latin typeface="Bahnschrift Light" pitchFamily="34" charset="0"/>
              </a:rPr>
              <a:t>Удаление всех файлов и компонентов </a:t>
            </a:r>
            <a:r>
              <a:rPr lang="en-US" sz="1600" dirty="0" smtClean="0">
                <a:latin typeface="Bahnschrift Light" pitchFamily="34" charset="0"/>
              </a:rPr>
              <a:t>Windows</a:t>
            </a:r>
            <a:endParaRPr lang="ru-RU" sz="1600" dirty="0" smtClean="0">
              <a:latin typeface="Bahnschrift Light" pitchFamily="34" charset="0"/>
            </a:endParaRPr>
          </a:p>
          <a:p>
            <a:endParaRPr lang="en-US" sz="400" dirty="0" smtClean="0">
              <a:latin typeface="Bahnschrift Light" pitchFamily="34" charset="0"/>
            </a:endParaRPr>
          </a:p>
          <a:p>
            <a:r>
              <a:rPr lang="ru-RU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Bahnschrift Light" pitchFamily="34" charset="0"/>
              </a:rPr>
              <a:t>Подождите минутку. Не выключайте компьютер</a:t>
            </a:r>
            <a:endParaRPr lang="ru-RU" sz="1200" dirty="0">
              <a:solidFill>
                <a:schemeClr val="tx1">
                  <a:lumMod val="50000"/>
                  <a:lumOff val="50000"/>
                </a:schemeClr>
              </a:solidFill>
              <a:latin typeface="Bahnschrift Light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951820" y="4941168"/>
            <a:ext cx="30963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Bad Script" pitchFamily="2" charset="0"/>
              </a:rPr>
              <a:t>Нужно было всего-лишь нажать на кнопочку</a:t>
            </a:r>
            <a:endParaRPr lang="ru-RU" sz="2400" dirty="0">
              <a:latin typeface="Bad Scrip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395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447764" y="2204864"/>
            <a:ext cx="4248472" cy="17961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2627784" y="2348880"/>
            <a:ext cx="374441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>
                <a:latin typeface="Bahnschrift Light" pitchFamily="34" charset="0"/>
              </a:rPr>
              <a:t>Очистка системы</a:t>
            </a:r>
          </a:p>
          <a:p>
            <a:endParaRPr lang="ru-RU" sz="400" dirty="0" smtClean="0">
              <a:latin typeface="Bahnschrift Light" pitchFamily="34" charset="0"/>
            </a:endParaRPr>
          </a:p>
          <a:p>
            <a:r>
              <a:rPr lang="ru-RU" sz="1600" dirty="0" smtClean="0">
                <a:latin typeface="Bahnschrift Light" pitchFamily="34" charset="0"/>
              </a:rPr>
              <a:t>Удаление всех файлов и компонентов </a:t>
            </a:r>
            <a:r>
              <a:rPr lang="en-US" sz="1600" dirty="0" smtClean="0">
                <a:latin typeface="Bahnschrift Light" pitchFamily="34" charset="0"/>
              </a:rPr>
              <a:t>Windows</a:t>
            </a:r>
            <a:endParaRPr lang="ru-RU" sz="1600" dirty="0" smtClean="0">
              <a:latin typeface="Bahnschrift Light" pitchFamily="34" charset="0"/>
            </a:endParaRPr>
          </a:p>
          <a:p>
            <a:endParaRPr lang="en-US" sz="400" dirty="0" smtClean="0">
              <a:latin typeface="Bahnschrift Light" pitchFamily="34" charset="0"/>
            </a:endParaRPr>
          </a:p>
          <a:p>
            <a:r>
              <a:rPr lang="ru-RU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Bahnschrift Light" pitchFamily="34" charset="0"/>
              </a:rPr>
              <a:t>Подождите минутку. Не выключайте компьютер</a:t>
            </a:r>
            <a:endParaRPr lang="ru-RU" sz="1200" dirty="0">
              <a:solidFill>
                <a:schemeClr val="tx1">
                  <a:lumMod val="50000"/>
                  <a:lumOff val="50000"/>
                </a:schemeClr>
              </a:solidFill>
              <a:latin typeface="Bahnschrift Light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951820" y="4941168"/>
            <a:ext cx="30963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Bad Script" pitchFamily="2" charset="0"/>
              </a:rPr>
              <a:t>Да. Тебе не нужна </a:t>
            </a:r>
            <a:r>
              <a:rPr lang="en-US" sz="2400" dirty="0" smtClean="0">
                <a:latin typeface="Bad Script" pitchFamily="2" charset="0"/>
              </a:rPr>
              <a:t>Windows</a:t>
            </a:r>
            <a:endParaRPr lang="ru-RU" sz="2400" dirty="0">
              <a:latin typeface="Bad Scrip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2967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447764" y="2204864"/>
            <a:ext cx="4248472" cy="17961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2627784" y="2348880"/>
            <a:ext cx="374441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>
                <a:latin typeface="Bahnschrift Light" pitchFamily="34" charset="0"/>
              </a:rPr>
              <a:t>Очистка системы</a:t>
            </a:r>
          </a:p>
          <a:p>
            <a:endParaRPr lang="ru-RU" sz="400" dirty="0" smtClean="0">
              <a:latin typeface="Bahnschrift Light" pitchFamily="34" charset="0"/>
            </a:endParaRPr>
          </a:p>
          <a:p>
            <a:r>
              <a:rPr lang="ru-RU" sz="1600" dirty="0" smtClean="0">
                <a:latin typeface="Bahnschrift Light" pitchFamily="34" charset="0"/>
              </a:rPr>
              <a:t>Удаление всех файлов и компонентов </a:t>
            </a:r>
            <a:r>
              <a:rPr lang="en-US" sz="1600" dirty="0" smtClean="0">
                <a:latin typeface="Bahnschrift Light" pitchFamily="34" charset="0"/>
              </a:rPr>
              <a:t>Windows</a:t>
            </a:r>
            <a:endParaRPr lang="ru-RU" sz="1600" dirty="0" smtClean="0">
              <a:latin typeface="Bahnschrift Light" pitchFamily="34" charset="0"/>
            </a:endParaRPr>
          </a:p>
          <a:p>
            <a:endParaRPr lang="en-US" sz="400" dirty="0" smtClean="0">
              <a:latin typeface="Bahnschrift Light" pitchFamily="34" charset="0"/>
            </a:endParaRPr>
          </a:p>
          <a:p>
            <a:r>
              <a:rPr lang="ru-RU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Bahnschrift Light" pitchFamily="34" charset="0"/>
              </a:rPr>
              <a:t>Подождите минутку. Не выключайте компьютер</a:t>
            </a:r>
            <a:endParaRPr lang="ru-RU" sz="1200" dirty="0">
              <a:solidFill>
                <a:schemeClr val="tx1">
                  <a:lumMod val="50000"/>
                  <a:lumOff val="50000"/>
                </a:schemeClr>
              </a:solidFill>
              <a:latin typeface="Bahnschrift Light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951820" y="4941168"/>
            <a:ext cx="30963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Bad Script" pitchFamily="2" charset="0"/>
              </a:rPr>
              <a:t>Лучше я тебе установлю </a:t>
            </a:r>
            <a:r>
              <a:rPr lang="en-US" sz="2400" dirty="0" err="1" smtClean="0">
                <a:latin typeface="Bad Script" pitchFamily="2" charset="0"/>
              </a:rPr>
              <a:t>VirusOS</a:t>
            </a:r>
            <a:r>
              <a:rPr lang="en-US" sz="2400" dirty="0" smtClean="0">
                <a:latin typeface="Bad Script" pitchFamily="2" charset="0"/>
              </a:rPr>
              <a:t> Free Edition</a:t>
            </a:r>
            <a:endParaRPr lang="ru-RU" sz="2400" dirty="0">
              <a:latin typeface="Bad Scrip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439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447764" y="2204864"/>
            <a:ext cx="4248472" cy="17961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2627784" y="2348880"/>
            <a:ext cx="374441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>
                <a:latin typeface="Bahnschrift Light" pitchFamily="34" charset="0"/>
              </a:rPr>
              <a:t>Очистка системы</a:t>
            </a:r>
          </a:p>
          <a:p>
            <a:endParaRPr lang="ru-RU" sz="400" dirty="0" smtClean="0">
              <a:latin typeface="Bahnschrift Light" pitchFamily="34" charset="0"/>
            </a:endParaRPr>
          </a:p>
          <a:p>
            <a:r>
              <a:rPr lang="ru-RU" sz="1600" dirty="0" smtClean="0">
                <a:latin typeface="Bahnschrift Light" pitchFamily="34" charset="0"/>
              </a:rPr>
              <a:t>Удаление всех файлов и компонентов </a:t>
            </a:r>
            <a:r>
              <a:rPr lang="en-US" sz="1600" dirty="0" smtClean="0">
                <a:latin typeface="Bahnschrift Light" pitchFamily="34" charset="0"/>
              </a:rPr>
              <a:t>Windows</a:t>
            </a:r>
            <a:endParaRPr lang="ru-RU" sz="1600" dirty="0" smtClean="0">
              <a:latin typeface="Bahnschrift Light" pitchFamily="34" charset="0"/>
            </a:endParaRPr>
          </a:p>
          <a:p>
            <a:endParaRPr lang="en-US" sz="400" dirty="0" smtClean="0">
              <a:latin typeface="Bahnschrift Light" pitchFamily="34" charset="0"/>
            </a:endParaRPr>
          </a:p>
          <a:p>
            <a:r>
              <a:rPr lang="ru-RU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Bahnschrift Light" pitchFamily="34" charset="0"/>
              </a:rPr>
              <a:t>Подождите минутку. Не выключайте компьютер</a:t>
            </a:r>
            <a:endParaRPr lang="ru-RU" sz="1200" dirty="0">
              <a:solidFill>
                <a:schemeClr val="tx1">
                  <a:lumMod val="50000"/>
                  <a:lumOff val="50000"/>
                </a:schemeClr>
              </a:solidFill>
              <a:latin typeface="Bahnschrift Light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951820" y="4941168"/>
            <a:ext cx="3096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Bad Script" pitchFamily="2" charset="0"/>
              </a:rPr>
              <a:t>Странно всё это как-то</a:t>
            </a:r>
            <a:endParaRPr lang="ru-RU" sz="2400" dirty="0">
              <a:latin typeface="Bad Scrip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7641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447764" y="2204864"/>
            <a:ext cx="4248472" cy="17961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2627784" y="2348880"/>
            <a:ext cx="374441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>
                <a:latin typeface="Bahnschrift Light" pitchFamily="34" charset="0"/>
              </a:rPr>
              <a:t>Очистка системы</a:t>
            </a:r>
          </a:p>
          <a:p>
            <a:endParaRPr lang="ru-RU" sz="400" dirty="0" smtClean="0">
              <a:latin typeface="Bahnschrift Light" pitchFamily="34" charset="0"/>
            </a:endParaRPr>
          </a:p>
          <a:p>
            <a:r>
              <a:rPr lang="ru-RU" sz="1600" dirty="0" smtClean="0">
                <a:latin typeface="Bahnschrift Light" pitchFamily="34" charset="0"/>
              </a:rPr>
              <a:t>Удаление всех файлов и компонентов </a:t>
            </a:r>
            <a:r>
              <a:rPr lang="en-US" sz="1600" dirty="0" smtClean="0">
                <a:latin typeface="Bahnschrift Light" pitchFamily="34" charset="0"/>
              </a:rPr>
              <a:t>Windows</a:t>
            </a:r>
            <a:endParaRPr lang="ru-RU" sz="1600" dirty="0" smtClean="0">
              <a:latin typeface="Bahnschrift Light" pitchFamily="34" charset="0"/>
            </a:endParaRPr>
          </a:p>
          <a:p>
            <a:endParaRPr lang="en-US" sz="400" dirty="0" smtClean="0">
              <a:latin typeface="Bahnschrift Light" pitchFamily="34" charset="0"/>
            </a:endParaRPr>
          </a:p>
          <a:p>
            <a:r>
              <a:rPr lang="ru-RU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Bahnschrift Light" pitchFamily="34" charset="0"/>
              </a:rPr>
              <a:t>Подождите минутку. Не выключайте компьютер</a:t>
            </a:r>
            <a:endParaRPr lang="ru-RU" sz="1200" dirty="0">
              <a:solidFill>
                <a:schemeClr val="tx1">
                  <a:lumMod val="50000"/>
                  <a:lumOff val="50000"/>
                </a:schemeClr>
              </a:solidFill>
              <a:latin typeface="Bahnschrift Light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951820" y="4941168"/>
            <a:ext cx="30963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Bad Script" pitchFamily="2" charset="0"/>
              </a:rPr>
              <a:t>Слишком долго файлы удаляются</a:t>
            </a:r>
            <a:endParaRPr lang="ru-RU" sz="2400" dirty="0">
              <a:latin typeface="Bad Scrip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7138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447764" y="2204864"/>
            <a:ext cx="4248472" cy="17961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2627784" y="2348880"/>
            <a:ext cx="374441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>
                <a:latin typeface="Bahnschrift Light" pitchFamily="34" charset="0"/>
              </a:rPr>
              <a:t>Очистка системы</a:t>
            </a:r>
          </a:p>
          <a:p>
            <a:endParaRPr lang="ru-RU" sz="400" dirty="0" smtClean="0">
              <a:latin typeface="Bahnschrift Light" pitchFamily="34" charset="0"/>
            </a:endParaRPr>
          </a:p>
          <a:p>
            <a:r>
              <a:rPr lang="ru-RU" sz="1600" dirty="0" smtClean="0">
                <a:latin typeface="Bahnschrift Light" pitchFamily="34" charset="0"/>
              </a:rPr>
              <a:t>Удаление всех файлов и компонентов </a:t>
            </a:r>
            <a:r>
              <a:rPr lang="en-US" sz="1600" dirty="0" smtClean="0">
                <a:latin typeface="Bahnschrift Light" pitchFamily="34" charset="0"/>
              </a:rPr>
              <a:t>Windows</a:t>
            </a:r>
            <a:endParaRPr lang="ru-RU" sz="1600" dirty="0" smtClean="0">
              <a:latin typeface="Bahnschrift Light" pitchFamily="34" charset="0"/>
            </a:endParaRPr>
          </a:p>
          <a:p>
            <a:endParaRPr lang="en-US" sz="400" dirty="0" smtClean="0">
              <a:latin typeface="Bahnschrift Light" pitchFamily="34" charset="0"/>
            </a:endParaRPr>
          </a:p>
          <a:p>
            <a:r>
              <a:rPr lang="ru-RU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Bahnschrift Light" pitchFamily="34" charset="0"/>
              </a:rPr>
              <a:t>Подождите минутку. Не выключайте компьютер</a:t>
            </a:r>
            <a:endParaRPr lang="ru-RU" sz="1200" dirty="0">
              <a:solidFill>
                <a:schemeClr val="tx1">
                  <a:lumMod val="50000"/>
                  <a:lumOff val="50000"/>
                </a:schemeClr>
              </a:solidFill>
              <a:latin typeface="Bahnschrift Light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951820" y="4941168"/>
            <a:ext cx="3096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Bad Script" pitchFamily="2" charset="0"/>
              </a:rPr>
              <a:t>Ой</a:t>
            </a:r>
            <a:endParaRPr lang="ru-RU" sz="2400" dirty="0">
              <a:latin typeface="Bad Script" pitchFamily="2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5" t="11694" r="89265" b="83035"/>
          <a:stretch/>
        </p:blipFill>
        <p:spPr bwMode="auto">
          <a:xfrm>
            <a:off x="2447764" y="3716517"/>
            <a:ext cx="584392" cy="284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94645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447764" y="2204864"/>
            <a:ext cx="4248472" cy="17961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2627784" y="2348880"/>
            <a:ext cx="374441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>
                <a:latin typeface="Bahnschrift Light" pitchFamily="34" charset="0"/>
              </a:rPr>
              <a:t>Ошибка</a:t>
            </a:r>
          </a:p>
          <a:p>
            <a:endParaRPr lang="ru-RU" sz="400" dirty="0" smtClean="0">
              <a:latin typeface="Bahnschrift Light" pitchFamily="34" charset="0"/>
            </a:endParaRPr>
          </a:p>
          <a:p>
            <a:r>
              <a:rPr lang="ru-RU" sz="1600" dirty="0" smtClean="0">
                <a:latin typeface="Bahnschrift Light" pitchFamily="34" charset="0"/>
              </a:rPr>
              <a:t>Удаление всех файлов было прервано программой </a:t>
            </a:r>
            <a:r>
              <a:rPr lang="en-US" sz="1600" dirty="0" smtClean="0">
                <a:latin typeface="Bahnschrift Light" pitchFamily="34" charset="0"/>
              </a:rPr>
              <a:t>Avira Antivirus</a:t>
            </a:r>
            <a:endParaRPr lang="ru-RU" sz="1600" dirty="0" smtClean="0">
              <a:latin typeface="Bahnschrift Light" pitchFamily="34" charset="0"/>
            </a:endParaRPr>
          </a:p>
          <a:p>
            <a:endParaRPr lang="en-US" sz="400" dirty="0" smtClean="0">
              <a:latin typeface="Bahnschrift Light" pitchFamily="34" charset="0"/>
            </a:endParaRPr>
          </a:p>
          <a:p>
            <a:r>
              <a:rPr lang="ru-RU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Bahnschrift Light" pitchFamily="34" charset="0"/>
              </a:rPr>
              <a:t>Вы можете снова запустить глобальное удаление</a:t>
            </a:r>
            <a:endParaRPr lang="ru-RU" sz="1200" dirty="0">
              <a:solidFill>
                <a:schemeClr val="tx1">
                  <a:lumMod val="50000"/>
                  <a:lumOff val="50000"/>
                </a:schemeClr>
              </a:solidFill>
              <a:latin typeface="Bahnschrift Light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951820" y="4941168"/>
            <a:ext cx="30963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err="1" smtClean="0">
                <a:latin typeface="Bad Script" pitchFamily="2" charset="0"/>
              </a:rPr>
              <a:t>Блииииин</a:t>
            </a:r>
            <a:r>
              <a:rPr lang="ru-RU" sz="2400" dirty="0" smtClean="0">
                <a:latin typeface="Bad Script" pitchFamily="2" charset="0"/>
              </a:rPr>
              <a:t>. Антивирус забыл удалить</a:t>
            </a:r>
            <a:endParaRPr lang="ru-RU" sz="2400" dirty="0">
              <a:latin typeface="Bad Script" pitchFamily="2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5" t="11694" r="89265" b="83035"/>
          <a:stretch/>
        </p:blipFill>
        <p:spPr bwMode="auto">
          <a:xfrm>
            <a:off x="2447764" y="3716517"/>
            <a:ext cx="584392" cy="284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61624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447764" y="2204864"/>
            <a:ext cx="4248472" cy="17961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2627784" y="2348880"/>
            <a:ext cx="374441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>
                <a:latin typeface="Bahnschrift Light" pitchFamily="34" charset="0"/>
              </a:rPr>
              <a:t>Ошибка</a:t>
            </a:r>
          </a:p>
          <a:p>
            <a:endParaRPr lang="ru-RU" sz="400" dirty="0" smtClean="0">
              <a:latin typeface="Bahnschrift Light" pitchFamily="34" charset="0"/>
            </a:endParaRPr>
          </a:p>
          <a:p>
            <a:r>
              <a:rPr lang="ru-RU" sz="1600" dirty="0" smtClean="0">
                <a:latin typeface="Bahnschrift Light" pitchFamily="34" charset="0"/>
              </a:rPr>
              <a:t>Удаление всех файлов было прервано программой </a:t>
            </a:r>
            <a:r>
              <a:rPr lang="en-US" sz="1600" dirty="0" smtClean="0">
                <a:latin typeface="Bahnschrift Light" pitchFamily="34" charset="0"/>
              </a:rPr>
              <a:t>Avira Antivirus</a:t>
            </a:r>
            <a:endParaRPr lang="ru-RU" sz="1600" dirty="0" smtClean="0">
              <a:latin typeface="Bahnschrift Light" pitchFamily="34" charset="0"/>
            </a:endParaRPr>
          </a:p>
          <a:p>
            <a:endParaRPr lang="en-US" sz="400" dirty="0" smtClean="0">
              <a:latin typeface="Bahnschrift Light" pitchFamily="34" charset="0"/>
            </a:endParaRPr>
          </a:p>
          <a:p>
            <a:r>
              <a:rPr lang="ru-RU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Bahnschrift Light" pitchFamily="34" charset="0"/>
              </a:rPr>
              <a:t>Вы можете снова запустить глобальное удаление</a:t>
            </a:r>
            <a:endParaRPr lang="ru-RU" sz="1200" dirty="0">
              <a:solidFill>
                <a:schemeClr val="tx1">
                  <a:lumMod val="50000"/>
                  <a:lumOff val="50000"/>
                </a:schemeClr>
              </a:solidFill>
              <a:latin typeface="Bahnschrift Light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951820" y="4941168"/>
            <a:ext cx="30963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Bad Script" pitchFamily="2" charset="0"/>
              </a:rPr>
              <a:t>Ну ничего, увидимся через недельку</a:t>
            </a:r>
            <a:endParaRPr lang="ru-RU" sz="2400" dirty="0">
              <a:latin typeface="Bad Script" pitchFamily="2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5" t="11694" r="89265" b="83035"/>
          <a:stretch/>
        </p:blipFill>
        <p:spPr bwMode="auto">
          <a:xfrm>
            <a:off x="2447764" y="3716517"/>
            <a:ext cx="584392" cy="284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77063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447764" y="2204864"/>
            <a:ext cx="4248472" cy="17961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2627784" y="2348880"/>
            <a:ext cx="374441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>
                <a:latin typeface="Bahnschrift Light" pitchFamily="34" charset="0"/>
              </a:rPr>
              <a:t>Ошибка</a:t>
            </a:r>
          </a:p>
          <a:p>
            <a:endParaRPr lang="ru-RU" sz="400" dirty="0" smtClean="0">
              <a:latin typeface="Bahnschrift Light" pitchFamily="34" charset="0"/>
            </a:endParaRPr>
          </a:p>
          <a:p>
            <a:r>
              <a:rPr lang="ru-RU" sz="1600" dirty="0" smtClean="0">
                <a:latin typeface="Bahnschrift Light" pitchFamily="34" charset="0"/>
              </a:rPr>
              <a:t>Удаление всех файлов было прервано программой </a:t>
            </a:r>
            <a:r>
              <a:rPr lang="en-US" sz="1600" dirty="0" smtClean="0">
                <a:latin typeface="Bahnschrift Light" pitchFamily="34" charset="0"/>
              </a:rPr>
              <a:t>Avira Antivirus</a:t>
            </a:r>
            <a:endParaRPr lang="ru-RU" sz="1600" dirty="0" smtClean="0">
              <a:latin typeface="Bahnschrift Light" pitchFamily="34" charset="0"/>
            </a:endParaRPr>
          </a:p>
          <a:p>
            <a:endParaRPr lang="en-US" sz="400" dirty="0" smtClean="0">
              <a:latin typeface="Bahnschrift Light" pitchFamily="34" charset="0"/>
            </a:endParaRPr>
          </a:p>
          <a:p>
            <a:r>
              <a:rPr lang="ru-RU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Bahnschrift Light" pitchFamily="34" charset="0"/>
              </a:rPr>
              <a:t>Вы можете снова запустить глобальное удаление</a:t>
            </a:r>
            <a:endParaRPr lang="ru-RU" sz="1200" dirty="0">
              <a:solidFill>
                <a:schemeClr val="tx1">
                  <a:lumMod val="50000"/>
                  <a:lumOff val="50000"/>
                </a:schemeClr>
              </a:solidFill>
              <a:latin typeface="Bahnschrift Light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75856" y="5157192"/>
            <a:ext cx="30963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Bad Script" pitchFamily="2" charset="0"/>
              </a:rPr>
              <a:t>ПОМОГИ010100101010010101001010100101</a:t>
            </a:r>
            <a:endParaRPr lang="ru-RU" sz="2400" dirty="0">
              <a:latin typeface="Bad Script" pitchFamily="2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5" t="11694" r="89265" b="83035"/>
          <a:stretch/>
        </p:blipFill>
        <p:spPr bwMode="auto">
          <a:xfrm>
            <a:off x="2447764" y="3716517"/>
            <a:ext cx="584392" cy="284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88049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447764" y="2204864"/>
            <a:ext cx="4248472" cy="17961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2627784" y="2348880"/>
            <a:ext cx="374441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>
                <a:latin typeface="Bahnschrift Light" pitchFamily="34" charset="0"/>
              </a:rPr>
              <a:t>Ошибка</a:t>
            </a:r>
          </a:p>
          <a:p>
            <a:endParaRPr lang="ru-RU" sz="400" dirty="0" smtClean="0">
              <a:latin typeface="Bahnschrift Light" pitchFamily="34" charset="0"/>
            </a:endParaRPr>
          </a:p>
          <a:p>
            <a:r>
              <a:rPr lang="ru-RU" sz="1600" dirty="0" smtClean="0">
                <a:latin typeface="Bahnschrift Light" pitchFamily="34" charset="0"/>
              </a:rPr>
              <a:t>Удаление всех файлов было прервано программой </a:t>
            </a:r>
            <a:r>
              <a:rPr lang="en-US" sz="1600" dirty="0" smtClean="0">
                <a:latin typeface="Bahnschrift Light" pitchFamily="34" charset="0"/>
              </a:rPr>
              <a:t>Avira Antivirus</a:t>
            </a:r>
            <a:endParaRPr lang="ru-RU" sz="1600" dirty="0" smtClean="0">
              <a:latin typeface="Bahnschrift Light" pitchFamily="34" charset="0"/>
            </a:endParaRPr>
          </a:p>
          <a:p>
            <a:endParaRPr lang="en-US" sz="400" dirty="0" smtClean="0">
              <a:latin typeface="Bahnschrift Light" pitchFamily="34" charset="0"/>
            </a:endParaRPr>
          </a:p>
          <a:p>
            <a:r>
              <a:rPr lang="ru-RU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Bahnschrift Light" pitchFamily="34" charset="0"/>
              </a:rPr>
              <a:t>Вы можете снова запустить глобальное удаление</a:t>
            </a:r>
            <a:endParaRPr lang="ru-RU" sz="1200" dirty="0">
              <a:solidFill>
                <a:schemeClr val="tx1">
                  <a:lumMod val="50000"/>
                  <a:lumOff val="50000"/>
                </a:schemeClr>
              </a:solidFill>
              <a:latin typeface="Bahnschrift Light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5" t="11694" r="89265" b="83035"/>
          <a:stretch/>
        </p:blipFill>
        <p:spPr bwMode="auto">
          <a:xfrm>
            <a:off x="2447764" y="3716517"/>
            <a:ext cx="584392" cy="284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447764" y="5157192"/>
            <a:ext cx="4248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Bahnschrift Light" pitchFamily="34" charset="0"/>
              </a:rPr>
              <a:t>Avira</a:t>
            </a:r>
          </a:p>
          <a:p>
            <a:pPr algn="ctr"/>
            <a:r>
              <a:rPr lang="en-US" sz="2400" dirty="0">
                <a:latin typeface="Bahnschrift Light" pitchFamily="34" charset="0"/>
              </a:rPr>
              <a:t>-</a:t>
            </a:r>
            <a:r>
              <a:rPr lang="ru-RU" sz="2400" dirty="0" smtClean="0">
                <a:latin typeface="Bahnschrift Light" pitchFamily="34" charset="0"/>
              </a:rPr>
              <a:t>Вирус успешно удалён</a:t>
            </a:r>
            <a:endParaRPr lang="ru-RU" sz="2400" dirty="0">
              <a:latin typeface="Bahnschrift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2457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Блок-схема: процесс 4"/>
          <p:cNvSpPr/>
          <p:nvPr/>
        </p:nvSpPr>
        <p:spPr>
          <a:xfrm>
            <a:off x="0" y="0"/>
            <a:ext cx="9144000" cy="6858000"/>
          </a:xfrm>
          <a:prstGeom prst="flowChartProces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 smtClean="0">
                <a:latin typeface="Bahnschrift Light" pitchFamily="34" charset="0"/>
              </a:rPr>
              <a:t>Спустя неделю</a:t>
            </a:r>
            <a:endParaRPr lang="ru-RU" sz="2800" dirty="0">
              <a:latin typeface="Bahnschrift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2595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268" y="6409426"/>
            <a:ext cx="9141731" cy="44857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ru-RU" sz="2000" dirty="0" smtClean="0">
                <a:latin typeface="Bahnschrift Light" pitchFamily="34" charset="0"/>
              </a:rPr>
              <a:t>10:35</a:t>
            </a:r>
            <a:endParaRPr lang="ru-RU" sz="2000" dirty="0">
              <a:latin typeface="Bahnschrift Light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6409426"/>
            <a:ext cx="1259632" cy="448574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latin typeface="Bahnschrift Light" pitchFamily="34" charset="0"/>
              </a:rPr>
              <a:t>Меню</a:t>
            </a:r>
            <a:endParaRPr lang="ru-RU" sz="2000" dirty="0">
              <a:latin typeface="Bahnschrift Light" pitchFamily="34" charset="0"/>
            </a:endParaRPr>
          </a:p>
        </p:txBody>
      </p:sp>
      <p:sp>
        <p:nvSpPr>
          <p:cNvPr id="4" name="Блок-схема: процесс 3"/>
          <p:cNvSpPr/>
          <p:nvPr/>
        </p:nvSpPr>
        <p:spPr>
          <a:xfrm>
            <a:off x="0" y="0"/>
            <a:ext cx="9141731" cy="6409426"/>
          </a:xfrm>
          <a:prstGeom prst="flowChartProcess">
            <a:avLst/>
          </a:prstGeom>
          <a:gradFill flip="none" rotWithShape="1">
            <a:gsLst>
              <a:gs pos="0">
                <a:srgbClr val="21D6E0"/>
              </a:gs>
              <a:gs pos="100000">
                <a:srgbClr val="005CB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Блок-схема: процесс 5"/>
          <p:cNvSpPr/>
          <p:nvPr/>
        </p:nvSpPr>
        <p:spPr>
          <a:xfrm>
            <a:off x="467544" y="548680"/>
            <a:ext cx="914400" cy="612648"/>
          </a:xfrm>
          <a:prstGeom prst="flowChartProcess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Блок-схема: процесс 6"/>
          <p:cNvSpPr/>
          <p:nvPr/>
        </p:nvSpPr>
        <p:spPr>
          <a:xfrm>
            <a:off x="467544" y="368080"/>
            <a:ext cx="914400" cy="180600"/>
          </a:xfrm>
          <a:prstGeom prst="flowChartProcess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384684" y="1268760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Mineland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3528" y="1988840"/>
            <a:ext cx="1202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</a:rPr>
              <a:t>ECA</a:t>
            </a:r>
            <a:endParaRPr lang="ru-RU" sz="3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Light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4684" y="2708920"/>
            <a:ext cx="10801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 smtClean="0">
                <a:solidFill>
                  <a:schemeClr val="bg1"/>
                </a:solidFill>
              </a:rPr>
              <a:t>ElectroCursorAdventure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1" name="Стрелка вверх 10"/>
          <p:cNvSpPr/>
          <p:nvPr/>
        </p:nvSpPr>
        <p:spPr>
          <a:xfrm rot="18920612">
            <a:off x="5024613" y="1688794"/>
            <a:ext cx="484632" cy="627124"/>
          </a:xfrm>
          <a:prstGeom prst="upArrow">
            <a:avLst>
              <a:gd name="adj1" fmla="val 27330"/>
              <a:gd name="adj2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7197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1.85185E-6 L -0.4382 -0.1488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910" y="-74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3568" y="548680"/>
            <a:ext cx="7776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>
                <a:latin typeface="Bad Script" pitchFamily="2" charset="0"/>
              </a:rPr>
              <a:t>Я же говорил, что через недельку увидимся</a:t>
            </a:r>
            <a:endParaRPr lang="ru-RU" sz="3600" dirty="0">
              <a:latin typeface="Bad Scrip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2169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3568" y="548680"/>
            <a:ext cx="77768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>
                <a:latin typeface="Bad Script" pitchFamily="2" charset="0"/>
              </a:rPr>
              <a:t>Я же говорил, что через недельку увидимся</a:t>
            </a:r>
          </a:p>
          <a:p>
            <a:r>
              <a:rPr lang="ru-RU" sz="3600" dirty="0" smtClean="0">
                <a:latin typeface="Bad Script" pitchFamily="2" charset="0"/>
              </a:rPr>
              <a:t>О! Антивирус выключен!</a:t>
            </a:r>
            <a:endParaRPr lang="ru-RU" sz="3600" dirty="0">
              <a:latin typeface="Bad Scrip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2734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3568" y="548680"/>
            <a:ext cx="77768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>
                <a:latin typeface="Bad Script" pitchFamily="2" charset="0"/>
              </a:rPr>
              <a:t>Я же говорил, что через недельку увидимся</a:t>
            </a:r>
          </a:p>
          <a:p>
            <a:r>
              <a:rPr lang="ru-RU" sz="3600" dirty="0" smtClean="0">
                <a:latin typeface="Bad Script" pitchFamily="2" charset="0"/>
              </a:rPr>
              <a:t>О! Антивирус выключен!</a:t>
            </a:r>
          </a:p>
          <a:p>
            <a:r>
              <a:rPr lang="ru-RU" sz="3600" dirty="0" smtClean="0">
                <a:latin typeface="Bad Script" pitchFamily="2" charset="0"/>
              </a:rPr>
              <a:t>Это то – что мне нужно!</a:t>
            </a:r>
            <a:endParaRPr lang="ru-RU" sz="3600" dirty="0">
              <a:latin typeface="Bad Scrip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5755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3568" y="548680"/>
            <a:ext cx="77768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>
                <a:latin typeface="Bad Script" pitchFamily="2" charset="0"/>
              </a:rPr>
              <a:t>Я же говорил, что через недельку увидимся</a:t>
            </a:r>
          </a:p>
          <a:p>
            <a:r>
              <a:rPr lang="ru-RU" sz="3600" dirty="0" smtClean="0">
                <a:latin typeface="Bad Script" pitchFamily="2" charset="0"/>
              </a:rPr>
              <a:t>О! Антивирус выключен!</a:t>
            </a:r>
          </a:p>
          <a:p>
            <a:r>
              <a:rPr lang="ru-RU" sz="3600" dirty="0" smtClean="0">
                <a:latin typeface="Bad Script" pitchFamily="2" charset="0"/>
              </a:rPr>
              <a:t>Это то – что мне нужно!</a:t>
            </a:r>
          </a:p>
          <a:p>
            <a:r>
              <a:rPr lang="ru-RU" sz="3600" dirty="0" smtClean="0">
                <a:latin typeface="Bad Script" pitchFamily="2" charset="0"/>
              </a:rPr>
              <a:t>Давай, жми мою любимую кнопочку!</a:t>
            </a:r>
            <a:endParaRPr lang="ru-RU" sz="3600" dirty="0">
              <a:latin typeface="Bad Script" pitchFamily="2" charset="0"/>
            </a:endParaRPr>
          </a:p>
        </p:txBody>
      </p:sp>
      <p:sp>
        <p:nvSpPr>
          <p:cNvPr id="4" name="Прямоугольник 3">
            <a:hlinkHover r:id="" action="ppaction://hlinkshowjump?jump=nextslide"/>
          </p:cNvPr>
          <p:cNvSpPr/>
          <p:nvPr/>
        </p:nvSpPr>
        <p:spPr>
          <a:xfrm>
            <a:off x="3023828" y="5013176"/>
            <a:ext cx="3096344" cy="2880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  <a:latin typeface="Bahnschrift Light" pitchFamily="34" charset="0"/>
              </a:rPr>
              <a:t>Удалить все данные</a:t>
            </a:r>
            <a:endParaRPr lang="ru-RU" dirty="0">
              <a:solidFill>
                <a:schemeClr val="tx1"/>
              </a:solidFill>
              <a:latin typeface="Bahnschrift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1685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3568" y="548680"/>
            <a:ext cx="77768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>
                <a:latin typeface="Bad Script" pitchFamily="2" charset="0"/>
              </a:rPr>
              <a:t>Я же говорил, что через недельку увидимся</a:t>
            </a:r>
          </a:p>
          <a:p>
            <a:r>
              <a:rPr lang="ru-RU" sz="3600" dirty="0" smtClean="0">
                <a:latin typeface="Bad Script" pitchFamily="2" charset="0"/>
              </a:rPr>
              <a:t>О! Антивирус выключен!</a:t>
            </a:r>
          </a:p>
          <a:p>
            <a:r>
              <a:rPr lang="ru-RU" sz="3600" dirty="0" smtClean="0">
                <a:latin typeface="Bad Script" pitchFamily="2" charset="0"/>
              </a:rPr>
              <a:t>Это то – что мне нужно!</a:t>
            </a:r>
          </a:p>
          <a:p>
            <a:r>
              <a:rPr lang="ru-RU" sz="3600" dirty="0" smtClean="0">
                <a:latin typeface="Bad Script" pitchFamily="2" charset="0"/>
              </a:rPr>
              <a:t>Давай, жми мою любимую кнопочку!</a:t>
            </a:r>
            <a:endParaRPr lang="ru-RU" sz="3600" dirty="0">
              <a:latin typeface="Bad Script" pitchFamily="2" charset="0"/>
            </a:endParaRPr>
          </a:p>
        </p:txBody>
      </p:sp>
      <p:sp>
        <p:nvSpPr>
          <p:cNvPr id="4" name="Прямоугольник 3">
            <a:hlinkClick r:id="rId2" action="ppaction://hlinksldjump"/>
          </p:cNvPr>
          <p:cNvSpPr/>
          <p:nvPr/>
        </p:nvSpPr>
        <p:spPr>
          <a:xfrm>
            <a:off x="3023828" y="5013176"/>
            <a:ext cx="3096344" cy="2880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  <a:latin typeface="Bahnschrift Light" pitchFamily="34" charset="0"/>
              </a:rPr>
              <a:t>Удалить все данные</a:t>
            </a:r>
            <a:endParaRPr lang="ru-RU" dirty="0">
              <a:solidFill>
                <a:schemeClr val="tx1"/>
              </a:solidFill>
              <a:latin typeface="Bahnschrift Light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07804" y="4437112"/>
            <a:ext cx="3528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Bad Script" pitchFamily="2" charset="0"/>
              </a:rPr>
              <a:t>Я СКАЗАЛ ЖМИ!!</a:t>
            </a:r>
            <a:endParaRPr lang="ru-RU" sz="2400" dirty="0">
              <a:latin typeface="Bad Scrip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2821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5" t="11694" r="89265" b="83035"/>
          <a:stretch/>
        </p:blipFill>
        <p:spPr bwMode="auto">
          <a:xfrm>
            <a:off x="611560" y="548680"/>
            <a:ext cx="2358406" cy="1148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347864" y="768767"/>
            <a:ext cx="44644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>
                <a:latin typeface="Bahnschrift Light" pitchFamily="34" charset="0"/>
              </a:rPr>
              <a:t>Ага! Размечтался!</a:t>
            </a:r>
          </a:p>
          <a:p>
            <a:r>
              <a:rPr lang="ru-RU" sz="2000" dirty="0" smtClean="0">
                <a:latin typeface="Bahnschrift Light" pitchFamily="34" charset="0"/>
              </a:rPr>
              <a:t>Я снова пришёл!</a:t>
            </a:r>
          </a:p>
        </p:txBody>
      </p:sp>
    </p:spTree>
    <p:extLst>
      <p:ext uri="{BB962C8B-B14F-4D97-AF65-F5344CB8AC3E}">
        <p14:creationId xmlns:p14="http://schemas.microsoft.com/office/powerpoint/2010/main" val="1763720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5" t="11694" r="89265" b="83035"/>
          <a:stretch/>
        </p:blipFill>
        <p:spPr bwMode="auto">
          <a:xfrm>
            <a:off x="611560" y="548680"/>
            <a:ext cx="2358406" cy="1148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347864" y="768767"/>
            <a:ext cx="44644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>
                <a:latin typeface="Bahnschrift Light" pitchFamily="34" charset="0"/>
              </a:rPr>
              <a:t>Я сразу заподозрил твоё появление</a:t>
            </a:r>
          </a:p>
          <a:p>
            <a:r>
              <a:rPr lang="ru-RU" sz="2000" dirty="0" smtClean="0">
                <a:latin typeface="Bahnschrift Light" pitchFamily="34" charset="0"/>
              </a:rPr>
              <a:t>Поэтому решил скрыться!</a:t>
            </a:r>
          </a:p>
        </p:txBody>
      </p:sp>
    </p:spTree>
    <p:extLst>
      <p:ext uri="{BB962C8B-B14F-4D97-AF65-F5344CB8AC3E}">
        <p14:creationId xmlns:p14="http://schemas.microsoft.com/office/powerpoint/2010/main" val="306364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5" t="11694" r="89265" b="83035"/>
          <a:stretch/>
        </p:blipFill>
        <p:spPr bwMode="auto">
          <a:xfrm>
            <a:off x="611560" y="548680"/>
            <a:ext cx="2358406" cy="1148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347864" y="922655"/>
            <a:ext cx="4464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>
                <a:latin typeface="Bahnschrift Light" pitchFamily="34" charset="0"/>
              </a:rPr>
              <a:t>Прощай!</a:t>
            </a:r>
          </a:p>
        </p:txBody>
      </p:sp>
    </p:spTree>
    <p:extLst>
      <p:ext uri="{BB962C8B-B14F-4D97-AF65-F5344CB8AC3E}">
        <p14:creationId xmlns:p14="http://schemas.microsoft.com/office/powerpoint/2010/main" val="1449884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5" t="11694" r="89265" b="83035"/>
          <a:stretch/>
        </p:blipFill>
        <p:spPr bwMode="auto">
          <a:xfrm>
            <a:off x="611560" y="548680"/>
            <a:ext cx="2358406" cy="1148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347864" y="922655"/>
            <a:ext cx="4464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>
                <a:latin typeface="Bahnschrift Light" pitchFamily="34" charset="0"/>
              </a:rPr>
              <a:t>Вот чёрт! Я не могу тебя удалить</a:t>
            </a:r>
          </a:p>
        </p:txBody>
      </p:sp>
    </p:spTree>
    <p:extLst>
      <p:ext uri="{BB962C8B-B14F-4D97-AF65-F5344CB8AC3E}">
        <p14:creationId xmlns:p14="http://schemas.microsoft.com/office/powerpoint/2010/main" val="185703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9796" y="1628800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Bad Script" pitchFamily="2" charset="0"/>
              </a:rPr>
              <a:t>Да. Вот видишь. Ты не в силах со мной бороться!</a:t>
            </a:r>
            <a:endParaRPr lang="ru-RU" sz="2400" dirty="0">
              <a:latin typeface="Bad Scrip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1046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Блок-схема: процесс 2"/>
          <p:cNvSpPr/>
          <p:nvPr/>
        </p:nvSpPr>
        <p:spPr>
          <a:xfrm>
            <a:off x="4355976" y="5733256"/>
            <a:ext cx="4536504" cy="1124744"/>
          </a:xfrm>
          <a:prstGeom prst="flowChartProcess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b="1" dirty="0" smtClean="0">
                <a:latin typeface="Bahnschrift" pitchFamily="34" charset="0"/>
              </a:rPr>
              <a:t>УВЕДОМЛЕНИЕ</a:t>
            </a:r>
          </a:p>
          <a:p>
            <a:r>
              <a:rPr lang="ru-RU" sz="2000" dirty="0" smtClean="0">
                <a:latin typeface="Bahnschrift" pitchFamily="34" charset="0"/>
              </a:rPr>
              <a:t>Новый антивирус установлен!</a:t>
            </a:r>
          </a:p>
          <a:p>
            <a:r>
              <a:rPr lang="en-US" sz="2000" dirty="0" smtClean="0">
                <a:latin typeface="Bahnschrift" pitchFamily="34" charset="0"/>
              </a:rPr>
              <a:t>Winner FreeSecurity Pro</a:t>
            </a:r>
            <a:endParaRPr lang="ru-RU" sz="2000" dirty="0">
              <a:latin typeface="Bahnschrif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4708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9796" y="1628800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Bad Script" pitchFamily="2" charset="0"/>
              </a:rPr>
              <a:t>ЧТОООО???</a:t>
            </a:r>
            <a:endParaRPr lang="ru-RU" sz="2400" dirty="0">
              <a:latin typeface="Bad Scrip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376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9796" y="1628800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Bad Script" pitchFamily="2" charset="0"/>
              </a:rPr>
              <a:t>ИДИТЕ ВЫ ВСЕ, САМИ ЗНАЕТЕ КУДА!</a:t>
            </a:r>
            <a:endParaRPr lang="ru-RU" sz="2400" dirty="0">
              <a:latin typeface="Bad Scrip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0490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Блок-схема: процесс 2"/>
          <p:cNvSpPr/>
          <p:nvPr/>
        </p:nvSpPr>
        <p:spPr>
          <a:xfrm>
            <a:off x="4355976" y="5733256"/>
            <a:ext cx="4536504" cy="1124744"/>
          </a:xfrm>
          <a:prstGeom prst="flowChartProcess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b="1" dirty="0" smtClean="0">
                <a:latin typeface="Bahnschrift" pitchFamily="34" charset="0"/>
              </a:rPr>
              <a:t>УВЕДОМЛЕНИЕ</a:t>
            </a:r>
          </a:p>
          <a:p>
            <a:r>
              <a:rPr lang="en-US" sz="2000" dirty="0" smtClean="0">
                <a:latin typeface="Bahnschrift" pitchFamily="34" charset="0"/>
              </a:rPr>
              <a:t>Winner FreeSecurity Pro:</a:t>
            </a:r>
          </a:p>
          <a:p>
            <a:r>
              <a:rPr lang="ru-RU" sz="2000" dirty="0" smtClean="0">
                <a:latin typeface="Bahnschrift" pitchFamily="34" charset="0"/>
              </a:rPr>
              <a:t>Был удалён вирус </a:t>
            </a:r>
            <a:r>
              <a:rPr lang="en-US" sz="2000" dirty="0" err="1" smtClean="0">
                <a:latin typeface="Bahnschrift" pitchFamily="34" charset="0"/>
              </a:rPr>
              <a:t>VirusOS</a:t>
            </a:r>
            <a:endParaRPr lang="ru-RU" sz="2000" dirty="0">
              <a:latin typeface="Bahnschrif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277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9796" y="1628800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Bad Script" pitchFamily="2" charset="0"/>
              </a:rPr>
              <a:t>ЛАДНО, ПРОЩАЙТЕ, ЛУЗЕРЫ</a:t>
            </a:r>
            <a:endParaRPr lang="ru-RU" sz="2400" dirty="0">
              <a:latin typeface="Bad Scrip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2635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2123728" y="1336119"/>
            <a:ext cx="489654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Artifakt Element" panose="020B0503050000020004" pitchFamily="34" charset="-52"/>
                <a:cs typeface="Arial" panose="020B0604020202020204" pitchFamily="34" charset="0"/>
              </a:rPr>
              <a:t>Произошла системная ошибка. После перезагрузки компьютер отправит данные об ошибке в компанию </a:t>
            </a: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Artifakt Element" panose="020B0503050000020004" pitchFamily="34" charset="-52"/>
                <a:cs typeface="Arial" panose="020B0604020202020204" pitchFamily="34" charset="0"/>
              </a:rPr>
              <a:t>Onyx Systems.</a:t>
            </a:r>
          </a:p>
          <a:p>
            <a:pPr algn="ctr"/>
            <a:endParaRPr lang="en-US" sz="14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ea typeface="Artifakt Element" panose="020B0503050000020004" pitchFamily="34" charset="-52"/>
              <a:cs typeface="Arial" panose="020B0604020202020204" pitchFamily="34" charset="0"/>
            </a:endParaRPr>
          </a:p>
          <a:p>
            <a:pPr algn="ctr"/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Artifakt Element" panose="020B0503050000020004" pitchFamily="34" charset="-52"/>
                <a:cs typeface="Arial" panose="020B0604020202020204" pitchFamily="34" charset="0"/>
              </a:rPr>
              <a:t>A 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Artifakt Element" panose="020B0503050000020004" pitchFamily="34" charset="-52"/>
                <a:cs typeface="Arial" panose="020B0604020202020204" pitchFamily="34" charset="0"/>
              </a:rPr>
              <a:t>system error has occurred. After restarting, the computer will send the error data to Onyx </a:t>
            </a: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Artifakt Element" panose="020B0503050000020004" pitchFamily="34" charset="-52"/>
                <a:cs typeface="Arial" panose="020B0604020202020204" pitchFamily="34" charset="0"/>
              </a:rPr>
              <a:t>Systems.</a:t>
            </a:r>
            <a:endParaRPr lang="ru-RU" sz="1400" dirty="0" smtClean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ea typeface="Artifakt Element" panose="020B0503050000020004" pitchFamily="34" charset="-52"/>
              <a:cs typeface="Arial" panose="020B0604020202020204" pitchFamily="34" charset="0"/>
            </a:endParaRPr>
          </a:p>
          <a:p>
            <a:pPr algn="ctr"/>
            <a:endParaRPr lang="ru-RU" sz="14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ea typeface="Artifakt Element" panose="020B0503050000020004" pitchFamily="34" charset="-52"/>
              <a:cs typeface="Arial" panose="020B0604020202020204" pitchFamily="34" charset="0"/>
            </a:endParaRPr>
          </a:p>
          <a:p>
            <a:pPr algn="ctr"/>
            <a:r>
              <a:rPr lang="de-DE" sz="1400" dirty="0" smtClean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Artifakt Element" panose="020B0503050000020004" pitchFamily="34" charset="-52"/>
                <a:cs typeface="Arial" panose="020B0604020202020204" pitchFamily="34" charset="0"/>
              </a:rPr>
              <a:t>Ein </a:t>
            </a:r>
            <a:r>
              <a:rPr lang="de-DE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Artifakt Element" panose="020B0503050000020004" pitchFamily="34" charset="-52"/>
                <a:cs typeface="Arial" panose="020B0604020202020204" pitchFamily="34" charset="0"/>
              </a:rPr>
              <a:t>Systemfehler ist aufgetreten. Nach dem Neustart sendet der Computer die Fehlerdaten an Onyx </a:t>
            </a:r>
            <a:r>
              <a:rPr lang="de-DE" sz="1400" dirty="0" smtClean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Artifakt Element" panose="020B0503050000020004" pitchFamily="34" charset="-52"/>
                <a:cs typeface="Arial" panose="020B0604020202020204" pitchFamily="34" charset="0"/>
              </a:rPr>
              <a:t>Systems.</a:t>
            </a:r>
            <a:endParaRPr lang="fr-FR" sz="1400" dirty="0" smtClean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ea typeface="Artifakt Element" panose="020B0503050000020004" pitchFamily="34" charset="-52"/>
              <a:cs typeface="Arial" panose="020B0604020202020204" pitchFamily="34" charset="0"/>
            </a:endParaRPr>
          </a:p>
          <a:p>
            <a:pPr algn="ctr"/>
            <a:endParaRPr lang="fr-FR" sz="1400" b="1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ea typeface="Artifakt Element" panose="020B0503050000020004" pitchFamily="34" charset="-52"/>
              <a:cs typeface="Arial" panose="020B0604020202020204" pitchFamily="34" charset="0"/>
            </a:endParaRPr>
          </a:p>
          <a:p>
            <a:pPr algn="ctr"/>
            <a:r>
              <a:rPr lang="fr-FR" sz="1400" dirty="0" smtClean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Artifakt Element" panose="020B0503050000020004" pitchFamily="34" charset="-52"/>
                <a:cs typeface="Arial" panose="020B0604020202020204" pitchFamily="34" charset="0"/>
              </a:rPr>
              <a:t>Une </a:t>
            </a:r>
            <a:r>
              <a:rPr lang="fr-FR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Artifakt Element" panose="020B0503050000020004" pitchFamily="34" charset="-52"/>
                <a:cs typeface="Arial" panose="020B0604020202020204" pitchFamily="34" charset="0"/>
              </a:rPr>
              <a:t>erreur système s'est produite. Après le redémarrage, l'ordinateur envoie les données d'erreur à Onyx </a:t>
            </a:r>
            <a:r>
              <a:rPr lang="fr-FR" sz="1400" dirty="0" smtClean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Artifakt Element" panose="020B0503050000020004" pitchFamily="34" charset="-52"/>
                <a:cs typeface="Arial" panose="020B0604020202020204" pitchFamily="34" charset="0"/>
              </a:rPr>
              <a:t>Systems.</a:t>
            </a:r>
          </a:p>
          <a:p>
            <a:pPr algn="ctr"/>
            <a:endParaRPr lang="fr-FR" sz="1400" dirty="0" smtClean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ea typeface="Artifakt Element" panose="020B0503050000020004" pitchFamily="34" charset="-52"/>
              <a:cs typeface="Arial" panose="020B0604020202020204" pitchFamily="34" charset="0"/>
            </a:endParaRPr>
          </a:p>
          <a:p>
            <a:pPr algn="ctr"/>
            <a:r>
              <a:rPr lang="zh-CN" altLang="en-US" sz="1400" dirty="0" smtClean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Artifakt Element" panose="020B0503050000020004" pitchFamily="34" charset="-52"/>
                <a:cs typeface="Arial" panose="020B0604020202020204" pitchFamily="34" charset="0"/>
              </a:rPr>
              <a:t>发</a:t>
            </a:r>
            <a:r>
              <a:rPr lang="zh-CN" altLang="en-US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Artifakt Element" panose="020B0503050000020004" pitchFamily="34" charset="-52"/>
                <a:cs typeface="Arial" panose="020B0604020202020204" pitchFamily="34" charset="0"/>
              </a:rPr>
              <a:t>生系统错误。 重新启动后，计算机将错误数据发送到</a:t>
            </a:r>
            <a:r>
              <a:rPr lang="en-US" altLang="zh-CN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Artifakt Element" panose="020B0503050000020004" pitchFamily="34" charset="-52"/>
                <a:cs typeface="Arial" panose="020B0604020202020204" pitchFamily="34" charset="0"/>
              </a:rPr>
              <a:t>Onyx</a:t>
            </a:r>
            <a:r>
              <a:rPr lang="zh-CN" altLang="en-US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Artifakt Element" panose="020B0503050000020004" pitchFamily="34" charset="-52"/>
                <a:cs typeface="Arial" panose="020B0604020202020204" pitchFamily="34" charset="0"/>
              </a:rPr>
              <a:t>系统</a:t>
            </a:r>
            <a:endParaRPr lang="fr-FR" sz="1400" b="1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ea typeface="Artifakt Element" panose="020B0503050000020004" pitchFamily="34" charset="-52"/>
              <a:cs typeface="Arial" panose="020B0604020202020204" pitchFamily="34" charset="0"/>
            </a:endParaRPr>
          </a:p>
          <a:p>
            <a:pPr algn="ctr"/>
            <a:endParaRPr lang="fr-FR" sz="14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ea typeface="Artifakt Element" panose="020B0503050000020004" pitchFamily="34" charset="-52"/>
              <a:cs typeface="Arial" panose="020B0604020202020204" pitchFamily="34" charset="0"/>
            </a:endParaRPr>
          </a:p>
          <a:p>
            <a:pPr algn="ctr"/>
            <a:r>
              <a:rPr lang="fr-FR" sz="1400" b="1" dirty="0" smtClean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Artifakt Element" panose="020B0503050000020004" pitchFamily="34" charset="-52"/>
                <a:cs typeface="Arial" panose="020B0604020202020204" pitchFamily="34" charset="0"/>
              </a:rPr>
              <a:t>JP  </a:t>
            </a:r>
            <a:r>
              <a:rPr lang="ja-JP" altLang="en-US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Artifakt Element" panose="020B0503050000020004" pitchFamily="34" charset="-52"/>
                <a:cs typeface="Arial" panose="020B0604020202020204" pitchFamily="34" charset="0"/>
              </a:rPr>
              <a:t>システムエラーが発生しました。 再起動後、コンピュータはエラーデータ</a:t>
            </a:r>
            <a:r>
              <a:rPr lang="ja-JP" altLang="en-US" sz="1400" dirty="0" smtClean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Artifakt Element" panose="020B0503050000020004" pitchFamily="34" charset="-52"/>
                <a:cs typeface="Arial" panose="020B0604020202020204" pitchFamily="34" charset="0"/>
              </a:rPr>
              <a:t>を</a:t>
            </a:r>
            <a:r>
              <a:rPr lang="en-US" altLang="ja-JP" sz="1400" dirty="0" smtClean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Artifakt Element" panose="020B0503050000020004" pitchFamily="34" charset="-52"/>
                <a:cs typeface="Arial" panose="020B0604020202020204" pitchFamily="34" charset="0"/>
              </a:rPr>
              <a:t>Onyx</a:t>
            </a:r>
            <a:r>
              <a:rPr lang="ja-JP" altLang="en-US" sz="1400" dirty="0" smtClean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Artifakt Element" panose="020B0503050000020004" pitchFamily="34" charset="-52"/>
                <a:cs typeface="Arial" panose="020B0604020202020204" pitchFamily="34" charset="0"/>
              </a:rPr>
              <a:t>シ</a:t>
            </a:r>
            <a:r>
              <a:rPr lang="ja-JP" altLang="en-US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Artifakt Element" panose="020B0503050000020004" pitchFamily="34" charset="-52"/>
                <a:cs typeface="Arial" panose="020B0604020202020204" pitchFamily="34" charset="0"/>
              </a:rPr>
              <a:t>ステムに送信します</a:t>
            </a:r>
            <a:endParaRPr lang="ru-RU" sz="14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ea typeface="Artifakt Element" panose="020B0503050000020004" pitchFamily="34" charset="-5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9206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323528" y="332656"/>
            <a:ext cx="4896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Artifakt Element" panose="020B0503050000020004" pitchFamily="34" charset="-52"/>
                <a:cs typeface="Arial" panose="020B0604020202020204" pitchFamily="34" charset="0"/>
              </a:rPr>
              <a:t>Loading...</a:t>
            </a:r>
          </a:p>
          <a:p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Artifakt Element" panose="020B0503050000020004" pitchFamily="34" charset="-52"/>
                <a:cs typeface="Arial" panose="020B0604020202020204" pitchFamily="34" charset="0"/>
              </a:rPr>
              <a:t>Press “Delete” to enter setup</a:t>
            </a:r>
          </a:p>
        </p:txBody>
      </p:sp>
    </p:spTree>
    <p:extLst>
      <p:ext uri="{BB962C8B-B14F-4D97-AF65-F5344CB8AC3E}">
        <p14:creationId xmlns:p14="http://schemas.microsoft.com/office/powerpoint/2010/main" val="2175743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2123728" y="2057072"/>
            <a:ext cx="489654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Artifakt Element" panose="020B0503050000020004" pitchFamily="34" charset="-52"/>
                <a:cs typeface="Arial" panose="020B0604020202020204" pitchFamily="34" charset="0"/>
              </a:rPr>
              <a:t>Спасибо за прохождение игры!</a:t>
            </a:r>
          </a:p>
          <a:p>
            <a:pPr algn="ctr"/>
            <a:endParaRPr lang="ru-RU" sz="1400" dirty="0" smtClean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ea typeface="Artifakt Element" panose="020B0503050000020004" pitchFamily="34" charset="-52"/>
              <a:cs typeface="Arial" panose="020B0604020202020204" pitchFamily="34" charset="0"/>
            </a:endParaRPr>
          </a:p>
          <a:p>
            <a:pPr algn="ctr"/>
            <a:r>
              <a:rPr lang="ru-RU" sz="1400" b="1" dirty="0" smtClean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Artifakt Element" panose="020B0503050000020004" pitchFamily="34" charset="-52"/>
                <a:cs typeface="Arial" panose="020B0604020202020204" pitchFamily="34" charset="0"/>
              </a:rPr>
              <a:t>Игру создал: </a:t>
            </a:r>
            <a:r>
              <a:rPr lang="ru-RU" sz="1400" dirty="0" smtClean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Artifakt Element" panose="020B0503050000020004" pitchFamily="34" charset="-52"/>
                <a:cs typeface="Arial" panose="020B0604020202020204" pitchFamily="34" charset="0"/>
              </a:rPr>
              <a:t>Ярослав Котов</a:t>
            </a:r>
          </a:p>
          <a:p>
            <a:pPr algn="ctr"/>
            <a:r>
              <a:rPr lang="en-US" sz="1400" b="1" dirty="0" smtClean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Artifakt Element" panose="020B0503050000020004" pitchFamily="34" charset="-52"/>
                <a:cs typeface="Arial" panose="020B0604020202020204" pitchFamily="34" charset="0"/>
              </a:rPr>
              <a:t>Telegram </a:t>
            </a:r>
            <a:r>
              <a:rPr lang="ru-RU" sz="1400" b="1" dirty="0" smtClean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Artifakt Element" panose="020B0503050000020004" pitchFamily="34" charset="-52"/>
                <a:cs typeface="Arial" panose="020B0604020202020204" pitchFamily="34" charset="0"/>
              </a:rPr>
              <a:t>Ярослава Котова: </a:t>
            </a: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Artifakt Element" panose="020B0503050000020004" pitchFamily="34" charset="-52"/>
                <a:cs typeface="Arial" panose="020B0604020202020204" pitchFamily="34" charset="0"/>
              </a:rPr>
              <a:t>@pyvasic</a:t>
            </a:r>
          </a:p>
          <a:p>
            <a:pPr algn="ctr"/>
            <a:endParaRPr lang="ru-RU" sz="1400" b="1" dirty="0" smtClean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ea typeface="Artifakt Element" panose="020B0503050000020004" pitchFamily="34" charset="-52"/>
              <a:cs typeface="Arial" panose="020B0604020202020204" pitchFamily="34" charset="0"/>
            </a:endParaRPr>
          </a:p>
          <a:p>
            <a:pPr algn="ctr"/>
            <a:r>
              <a:rPr lang="ru-RU" sz="1400" b="1" dirty="0" smtClean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Artifakt Element" panose="020B0503050000020004" pitchFamily="34" charset="-52"/>
                <a:cs typeface="Arial" panose="020B0604020202020204" pitchFamily="34" charset="0"/>
              </a:rPr>
              <a:t>Спасибо за поддержку </a:t>
            </a:r>
            <a:r>
              <a:rPr lang="ru-RU" sz="1400" dirty="0" smtClean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Artifakt Element" panose="020B0503050000020004" pitchFamily="34" charset="-52"/>
                <a:cs typeface="Arial" panose="020B0604020202020204" pitchFamily="34" charset="0"/>
              </a:rPr>
              <a:t>Александру Недовесову, Роману Кулиеву.</a:t>
            </a:r>
            <a:endParaRPr lang="en-US" sz="1400" dirty="0" smtClean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ea typeface="Artifakt Element" panose="020B0503050000020004" pitchFamily="34" charset="-52"/>
              <a:cs typeface="Arial" panose="020B0604020202020204" pitchFamily="34" charset="0"/>
            </a:endParaRPr>
          </a:p>
          <a:p>
            <a:pPr algn="ctr"/>
            <a:endParaRPr lang="en-US" sz="1400" b="1" dirty="0" smtClean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ea typeface="Artifakt Element" panose="020B0503050000020004" pitchFamily="34" charset="-52"/>
              <a:cs typeface="Arial" panose="020B0604020202020204" pitchFamily="34" charset="0"/>
            </a:endParaRPr>
          </a:p>
          <a:p>
            <a:pPr algn="ctr"/>
            <a:r>
              <a:rPr lang="ru-RU" sz="1400" b="1" dirty="0" smtClean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Artifakt Element" panose="020B0503050000020004" pitchFamily="34" charset="-52"/>
                <a:cs typeface="Arial" panose="020B0604020202020204" pitchFamily="34" charset="0"/>
              </a:rPr>
              <a:t>Игра входит в серию </a:t>
            </a:r>
            <a:r>
              <a:rPr lang="en-US" sz="1400" b="1" dirty="0" smtClean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Artifakt Element" panose="020B0503050000020004" pitchFamily="34" charset="-52"/>
                <a:cs typeface="Arial" panose="020B0604020202020204" pitchFamily="34" charset="0"/>
              </a:rPr>
              <a:t>Cursor Adventure</a:t>
            </a:r>
            <a:endParaRPr lang="ru-RU" sz="1400" b="1" dirty="0" smtClean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ea typeface="Artifakt Element" panose="020B0503050000020004" pitchFamily="34" charset="-52"/>
              <a:cs typeface="Arial" panose="020B0604020202020204" pitchFamily="34" charset="0"/>
            </a:endParaRPr>
          </a:p>
        </p:txBody>
      </p:sp>
      <p:sp>
        <p:nvSpPr>
          <p:cNvPr id="2" name="Скругленный прямоугольник 1">
            <a:hlinkClick r:id="" action="ppaction://hlinkshowjump?jump=endshow"/>
          </p:cNvPr>
          <p:cNvSpPr/>
          <p:nvPr/>
        </p:nvSpPr>
        <p:spPr>
          <a:xfrm>
            <a:off x="4114800" y="4512895"/>
            <a:ext cx="914400" cy="288032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dirty="0" smtClean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Выйти</a:t>
            </a:r>
            <a:endParaRPr lang="ru-RU" sz="1400" b="1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hlinkClick r:id="rId2" action="ppaction://hlinksldjump"/>
          </p:cNvPr>
          <p:cNvSpPr txBox="1"/>
          <p:nvPr/>
        </p:nvSpPr>
        <p:spPr>
          <a:xfrm>
            <a:off x="8028384" y="6581001"/>
            <a:ext cx="11237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2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если ты фанат</a:t>
            </a:r>
            <a:endParaRPr lang="ru-RU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0573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2123728" y="2057072"/>
            <a:ext cx="489654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Artifakt Element" panose="020B0503050000020004" pitchFamily="34" charset="-52"/>
                <a:cs typeface="Arial" panose="020B0604020202020204" pitchFamily="34" charset="0"/>
              </a:rPr>
              <a:t>Спасибо за прохождение игры!</a:t>
            </a:r>
          </a:p>
          <a:p>
            <a:pPr algn="ctr"/>
            <a:endParaRPr lang="ru-RU" sz="1400" dirty="0" smtClean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ea typeface="Artifakt Element" panose="020B0503050000020004" pitchFamily="34" charset="-52"/>
              <a:cs typeface="Arial" panose="020B0604020202020204" pitchFamily="34" charset="0"/>
            </a:endParaRPr>
          </a:p>
          <a:p>
            <a:pPr algn="ctr"/>
            <a:r>
              <a:rPr lang="ru-RU" sz="1400" b="1" dirty="0" smtClean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Artifakt Element" panose="020B0503050000020004" pitchFamily="34" charset="-52"/>
                <a:cs typeface="Arial" panose="020B0604020202020204" pitchFamily="34" charset="0"/>
              </a:rPr>
              <a:t>Игру создал: </a:t>
            </a:r>
            <a:r>
              <a:rPr lang="ru-RU" sz="1400" dirty="0" smtClean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Artifakt Element" panose="020B0503050000020004" pitchFamily="34" charset="-52"/>
                <a:cs typeface="Arial" panose="020B0604020202020204" pitchFamily="34" charset="0"/>
              </a:rPr>
              <a:t>Ярослав Котов</a:t>
            </a:r>
          </a:p>
          <a:p>
            <a:pPr algn="ctr"/>
            <a:r>
              <a:rPr lang="en-US" sz="1400" b="1" dirty="0" smtClean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Artifakt Element" panose="020B0503050000020004" pitchFamily="34" charset="-52"/>
                <a:cs typeface="Arial" panose="020B0604020202020204" pitchFamily="34" charset="0"/>
              </a:rPr>
              <a:t>Telegram </a:t>
            </a:r>
            <a:r>
              <a:rPr lang="ru-RU" sz="1400" b="1" dirty="0" smtClean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Artifakt Element" panose="020B0503050000020004" pitchFamily="34" charset="-52"/>
                <a:cs typeface="Arial" panose="020B0604020202020204" pitchFamily="34" charset="0"/>
              </a:rPr>
              <a:t>Ярослава Котова: </a:t>
            </a: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Artifakt Element" panose="020B0503050000020004" pitchFamily="34" charset="-52"/>
                <a:cs typeface="Arial" panose="020B0604020202020204" pitchFamily="34" charset="0"/>
              </a:rPr>
              <a:t>@pyvasic</a:t>
            </a:r>
          </a:p>
          <a:p>
            <a:pPr algn="ctr"/>
            <a:endParaRPr lang="ru-RU" sz="1400" b="1" dirty="0" smtClean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ea typeface="Artifakt Element" panose="020B0503050000020004" pitchFamily="34" charset="-52"/>
              <a:cs typeface="Arial" panose="020B0604020202020204" pitchFamily="34" charset="0"/>
            </a:endParaRPr>
          </a:p>
          <a:p>
            <a:pPr algn="ctr"/>
            <a:r>
              <a:rPr lang="ru-RU" sz="1400" b="1" dirty="0" smtClean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Artifakt Element" panose="020B0503050000020004" pitchFamily="34" charset="-52"/>
                <a:cs typeface="Arial" panose="020B0604020202020204" pitchFamily="34" charset="0"/>
              </a:rPr>
              <a:t>Спасибо за поддержку </a:t>
            </a:r>
            <a:r>
              <a:rPr lang="ru-RU" sz="1400" dirty="0" smtClean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Artifakt Element" panose="020B0503050000020004" pitchFamily="34" charset="-52"/>
                <a:cs typeface="Arial" panose="020B0604020202020204" pitchFamily="34" charset="0"/>
              </a:rPr>
              <a:t>Александру Недовесову, Роману Кулиеву.</a:t>
            </a:r>
            <a:endParaRPr lang="en-US" sz="1400" dirty="0" smtClean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ea typeface="Artifakt Element" panose="020B0503050000020004" pitchFamily="34" charset="-52"/>
              <a:cs typeface="Arial" panose="020B0604020202020204" pitchFamily="34" charset="0"/>
            </a:endParaRPr>
          </a:p>
          <a:p>
            <a:pPr algn="ctr"/>
            <a:endParaRPr lang="en-US" sz="1400" b="1" dirty="0" smtClean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ea typeface="Artifakt Element" panose="020B0503050000020004" pitchFamily="34" charset="-52"/>
              <a:cs typeface="Arial" panose="020B0604020202020204" pitchFamily="34" charset="0"/>
            </a:endParaRPr>
          </a:p>
          <a:p>
            <a:pPr algn="ctr"/>
            <a:r>
              <a:rPr lang="ru-RU" sz="1400" b="1" dirty="0" smtClean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Artifakt Element" panose="020B0503050000020004" pitchFamily="34" charset="-52"/>
                <a:cs typeface="Arial" panose="020B0604020202020204" pitchFamily="34" charset="0"/>
              </a:rPr>
              <a:t>Игра входит в серию </a:t>
            </a:r>
            <a:r>
              <a:rPr lang="en-US" sz="1400" b="1" dirty="0" smtClean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Artifakt Element" panose="020B0503050000020004" pitchFamily="34" charset="-52"/>
                <a:cs typeface="Arial" panose="020B0604020202020204" pitchFamily="34" charset="0"/>
              </a:rPr>
              <a:t>Cursor Adventure</a:t>
            </a:r>
            <a:endParaRPr lang="ru-RU" sz="1400" b="1" dirty="0" smtClean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ea typeface="Artifakt Element" panose="020B0503050000020004" pitchFamily="34" charset="-52"/>
              <a:cs typeface="Arial" panose="020B0604020202020204" pitchFamily="34" charset="0"/>
            </a:endParaRPr>
          </a:p>
        </p:txBody>
      </p:sp>
      <p:sp>
        <p:nvSpPr>
          <p:cNvPr id="2" name="Скругленный прямоугольник 1">
            <a:hlinkClick r:id="" action="ppaction://hlinkshowjump?jump=endshow"/>
          </p:cNvPr>
          <p:cNvSpPr/>
          <p:nvPr/>
        </p:nvSpPr>
        <p:spPr>
          <a:xfrm>
            <a:off x="4114800" y="4512895"/>
            <a:ext cx="914400" cy="288032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dirty="0" smtClean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Выйти</a:t>
            </a:r>
            <a:endParaRPr lang="ru-RU" sz="1400" b="1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hlinkClick r:id="rId2" action="ppaction://hlinksldjump"/>
          </p:cNvPr>
          <p:cNvSpPr txBox="1"/>
          <p:nvPr/>
        </p:nvSpPr>
        <p:spPr>
          <a:xfrm>
            <a:off x="8028384" y="6581001"/>
            <a:ext cx="11237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2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если ты фанат</a:t>
            </a:r>
            <a:endParaRPr lang="ru-RU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3071546" y="260648"/>
            <a:ext cx="3000908" cy="432048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dirty="0" smtClean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Разблокировано достижение: </a:t>
            </a:r>
            <a:r>
              <a:rPr lang="ru-RU" sz="1400" dirty="0" smtClean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Другой дорогой</a:t>
            </a:r>
            <a:endParaRPr lang="ru-RU" sz="14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86224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2123728" y="3275111"/>
            <a:ext cx="48965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Artifakt Element" panose="020B0503050000020004" pitchFamily="34" charset="-52"/>
                <a:cs typeface="Arial" panose="020B0604020202020204" pitchFamily="34" charset="0"/>
              </a:rPr>
              <a:t>Скоро выйдет четвёртая часть!</a:t>
            </a:r>
          </a:p>
        </p:txBody>
      </p:sp>
      <p:sp>
        <p:nvSpPr>
          <p:cNvPr id="2" name="Скругленный прямоугольник 1">
            <a:hlinkClick r:id="" action="ppaction://hlinkshowjump?jump=endshow"/>
          </p:cNvPr>
          <p:cNvSpPr/>
          <p:nvPr/>
        </p:nvSpPr>
        <p:spPr>
          <a:xfrm>
            <a:off x="4114800" y="4512895"/>
            <a:ext cx="914400" cy="288032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dirty="0" smtClean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Выйти</a:t>
            </a:r>
            <a:endParaRPr lang="ru-RU" sz="1400" b="1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77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795</Words>
  <Application>Microsoft Office PowerPoint</Application>
  <PresentationFormat>Экран (4:3)</PresentationFormat>
  <Paragraphs>188</Paragraphs>
  <Slides>48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48</vt:i4>
      </vt:variant>
    </vt:vector>
  </HeadingPairs>
  <TitlesOfParts>
    <vt:vector size="56" baseType="lpstr">
      <vt:lpstr>Algerian</vt:lpstr>
      <vt:lpstr>Arial</vt:lpstr>
      <vt:lpstr>Artifakt Element</vt:lpstr>
      <vt:lpstr>Bad Script</vt:lpstr>
      <vt:lpstr>Bahnschrift</vt:lpstr>
      <vt:lpstr>Bahnschrift Light</vt:lpstr>
      <vt:lpstr>Calibri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</dc:creator>
  <cp:lastModifiedBy>JerryTheCat</cp:lastModifiedBy>
  <cp:revision>162</cp:revision>
  <dcterms:created xsi:type="dcterms:W3CDTF">2021-08-29T22:47:54Z</dcterms:created>
  <dcterms:modified xsi:type="dcterms:W3CDTF">2021-10-06T12:08:59Z</dcterms:modified>
</cp:coreProperties>
</file>