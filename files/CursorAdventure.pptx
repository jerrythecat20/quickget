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102" autoAdjust="0"/>
    <p:restoredTop sz="96187" autoAdjust="0"/>
  </p:normalViewPr>
  <p:slideViewPr>
    <p:cSldViewPr snapToGrid="0">
      <p:cViewPr varScale="1">
        <p:scale>
          <a:sx n="91" d="100"/>
          <a:sy n="91" d="100"/>
        </p:scale>
        <p:origin x="9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05.09.2021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735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05.09.2021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25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05.09.2021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125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05.09.2021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99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05.09.2021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99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05.09.2021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873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05.09.2021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30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05.09.2021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80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05.09.2021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871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05.09.2021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362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05.09.2021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07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955F6-3A92-4CFA-8C8E-F3857140645B}" type="datetimeFigureOut">
              <a:rPr lang="ru-RU" smtClean="0"/>
              <a:t>05.09.2021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46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878317" y="977461"/>
            <a:ext cx="4435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Cursor Adventure</a:t>
            </a:r>
            <a:endParaRPr lang="ru-RU" sz="40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25917" y="3579176"/>
            <a:ext cx="4740164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Telegram: @pyvasic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7" name="Овал 6">
            <a:hlinkHover r:id="" action="ppaction://hlinkshowjump?jump=nextslide"/>
          </p:cNvPr>
          <p:cNvSpPr/>
          <p:nvPr/>
        </p:nvSpPr>
        <p:spPr>
          <a:xfrm>
            <a:off x="530773" y="2088931"/>
            <a:ext cx="914400" cy="9144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hlinkHover r:id="" action="ppaction://hlinkshowjump?jump=nextslide"/>
          </p:cNvPr>
          <p:cNvSpPr txBox="1"/>
          <p:nvPr/>
        </p:nvSpPr>
        <p:spPr>
          <a:xfrm>
            <a:off x="477183" y="2315298"/>
            <a:ext cx="1021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Старт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26728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Равнобедренный треугольник 5">
            <a:hlinkHover r:id="rId3" action="ppaction://hlinksldjump"/>
          </p:cNvPr>
          <p:cNvSpPr/>
          <p:nvPr/>
        </p:nvSpPr>
        <p:spPr>
          <a:xfrm>
            <a:off x="1975945" y="1765738"/>
            <a:ext cx="1628247" cy="5092262"/>
          </a:xfrm>
          <a:prstGeom prst="triangle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Равнобедренный треугольник 6">
            <a:hlinkHover r:id="rId3" action="ppaction://hlinksldjump"/>
          </p:cNvPr>
          <p:cNvSpPr/>
          <p:nvPr/>
        </p:nvSpPr>
        <p:spPr>
          <a:xfrm flipV="1">
            <a:off x="4214649" y="0"/>
            <a:ext cx="1681757" cy="5092262"/>
          </a:xfrm>
          <a:prstGeom prst="triangle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авнобедренный треугольник 7">
            <a:hlinkHover r:id="rId3" action="ppaction://hlinksldjump"/>
          </p:cNvPr>
          <p:cNvSpPr/>
          <p:nvPr/>
        </p:nvSpPr>
        <p:spPr>
          <a:xfrm>
            <a:off x="6526925" y="1765738"/>
            <a:ext cx="1628247" cy="5092262"/>
          </a:xfrm>
          <a:prstGeom prst="triangle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Равнобедренный треугольник 8">
            <a:hlinkHover r:id="rId3" action="ppaction://hlinksldjump"/>
          </p:cNvPr>
          <p:cNvSpPr/>
          <p:nvPr/>
        </p:nvSpPr>
        <p:spPr>
          <a:xfrm flipV="1">
            <a:off x="8765629" y="0"/>
            <a:ext cx="1681757" cy="5092262"/>
          </a:xfrm>
          <a:prstGeom prst="triangle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Равнобедренный треугольник 16">
            <a:hlinkHover r:id="rId3" action="ppaction://hlinksldjump"/>
          </p:cNvPr>
          <p:cNvSpPr/>
          <p:nvPr/>
        </p:nvSpPr>
        <p:spPr>
          <a:xfrm>
            <a:off x="11077905" y="1765738"/>
            <a:ext cx="1628247" cy="5092262"/>
          </a:xfrm>
          <a:prstGeom prst="triangle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Равнобедренный треугольник 17">
            <a:hlinkHover r:id="rId3" action="ppaction://hlinksldjump"/>
          </p:cNvPr>
          <p:cNvSpPr/>
          <p:nvPr/>
        </p:nvSpPr>
        <p:spPr>
          <a:xfrm flipV="1">
            <a:off x="13316609" y="0"/>
            <a:ext cx="1681757" cy="5092262"/>
          </a:xfrm>
          <a:prstGeom prst="triangle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Равнобедренный треугольник 18">
            <a:hlinkHover r:id="rId3" action="ppaction://hlinksldjump"/>
          </p:cNvPr>
          <p:cNvSpPr/>
          <p:nvPr/>
        </p:nvSpPr>
        <p:spPr>
          <a:xfrm>
            <a:off x="15628885" y="1765738"/>
            <a:ext cx="1628247" cy="5092262"/>
          </a:xfrm>
          <a:prstGeom prst="triangle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Равнобедренный треугольник 19">
            <a:hlinkHover r:id="rId3" action="ppaction://hlinksldjump"/>
          </p:cNvPr>
          <p:cNvSpPr/>
          <p:nvPr/>
        </p:nvSpPr>
        <p:spPr>
          <a:xfrm flipV="1">
            <a:off x="17867589" y="0"/>
            <a:ext cx="1681757" cy="5092262"/>
          </a:xfrm>
          <a:prstGeom prst="triangle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13370119" y="3167390"/>
            <a:ext cx="2312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Молодец</a:t>
            </a:r>
            <a:endParaRPr lang="ru-RU" sz="28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Пройдите через препятствия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5131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7000">
        <p:fade/>
      </p:transition>
    </mc:Choice>
    <mc:Fallback xmlns="">
      <p:transition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3.7037E-6 L -1.60782 3.7037E-6 " pathEditMode="relative" rAng="0" ptsTypes="AA">
                                      <p:cBhvr>
                                        <p:cTn id="6" dur="7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391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3.7037E-6 L -1.61003 -3.7037E-6 " pathEditMode="relative" rAng="0" ptsTypes="AA">
                                      <p:cBhvr>
                                        <p:cTn id="8" dur="7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508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3.7037E-6 L -1.60326 3.7037E-6 " pathEditMode="relative" rAng="0" ptsTypes="AA">
                                      <p:cBhvr>
                                        <p:cTn id="10" dur="7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169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7037E-6 L -1.60495 -3.7037E-6 " pathEditMode="relative" rAng="0" ptsTypes="AA">
                                      <p:cBhvr>
                                        <p:cTn id="12" dur="7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247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7037E-6 L -1.60299 3.7037E-6 " pathEditMode="relative" rAng="0" ptsTypes="AA">
                                      <p:cBhvr>
                                        <p:cTn id="14" dur="7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143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1.60273 -3.7037E-6 " pathEditMode="relative" rAng="0" ptsTypes="AA">
                                      <p:cBhvr>
                                        <p:cTn id="16" dur="7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13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7037E-6 L -1.60273 3.7037E-6 " pathEditMode="relative" rAng="0" ptsTypes="AA">
                                      <p:cBhvr>
                                        <p:cTn id="18" dur="7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13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3.7037E-6 L -1.60443 -3.7037E-6 " pathEditMode="relative" rAng="0" ptsTypes="AA">
                                      <p:cBhvr>
                                        <p:cTn id="20" dur="7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22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0"/>
                            </p:stCondLst>
                            <p:childTnLst>
                              <p:par>
                                <p:cTn id="22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0 L -0.69115 0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57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7" grpId="0" animBg="1"/>
      <p:bldP spid="18" grpId="0" animBg="1"/>
      <p:bldP spid="19" grpId="0" animBg="1"/>
      <p:bldP spid="20" grpId="0" animBg="1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878317" y="977461"/>
            <a:ext cx="4435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Уровень 2</a:t>
            </a:r>
            <a:endParaRPr lang="ru-RU" sz="40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18879" y="3579176"/>
            <a:ext cx="6754239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Когда будете готовы – нажмите на «Старт»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9" name="Овал 8">
            <a:hlinkHover r:id="" action="ppaction://hlinkshowjump?jump=nextslide"/>
          </p:cNvPr>
          <p:cNvSpPr/>
          <p:nvPr/>
        </p:nvSpPr>
        <p:spPr>
          <a:xfrm>
            <a:off x="530773" y="2088931"/>
            <a:ext cx="914400" cy="9144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hlinkHover r:id="" action="ppaction://hlinkshowjump?jump=nextslide"/>
          </p:cNvPr>
          <p:cNvSpPr txBox="1"/>
          <p:nvPr/>
        </p:nvSpPr>
        <p:spPr>
          <a:xfrm>
            <a:off x="477183" y="2315298"/>
            <a:ext cx="1021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Старт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67859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hlinkHover r:id="" action="ppaction://hlinkshowjump?jump=nextslide"/>
          </p:cNvPr>
          <p:cNvSpPr/>
          <p:nvPr/>
        </p:nvSpPr>
        <p:spPr>
          <a:xfrm>
            <a:off x="10912609" y="3202632"/>
            <a:ext cx="914400" cy="9144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hlinkHover r:id="" action="ppaction://hlinkshowjump?jump=nextslide"/>
          </p:cNvPr>
          <p:cNvSpPr txBox="1"/>
          <p:nvPr/>
        </p:nvSpPr>
        <p:spPr>
          <a:xfrm>
            <a:off x="10803594" y="3409108"/>
            <a:ext cx="1117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spc="-300" dirty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Ф</a:t>
            </a:r>
            <a:r>
              <a:rPr lang="ru-RU" sz="2400" b="1" spc="-300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иниш</a:t>
            </a:r>
            <a:endParaRPr lang="ru-RU" sz="2400" b="1" spc="-300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3" name="Прямоугольник 2">
            <a:hlinkHover r:id="rId4" action="ppaction://hlinksldjump"/>
          </p:cNvPr>
          <p:cNvSpPr/>
          <p:nvPr/>
        </p:nvSpPr>
        <p:spPr>
          <a:xfrm>
            <a:off x="1324476" y="9945"/>
            <a:ext cx="578069" cy="663259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hlinkHover r:id="rId4" action="ppaction://hlinksldjump"/>
          </p:cNvPr>
          <p:cNvSpPr/>
          <p:nvPr/>
        </p:nvSpPr>
        <p:spPr>
          <a:xfrm>
            <a:off x="2384424" y="235353"/>
            <a:ext cx="578069" cy="663259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hlinkHover r:id="rId4" action="ppaction://hlinksldjump"/>
          </p:cNvPr>
          <p:cNvSpPr/>
          <p:nvPr/>
        </p:nvSpPr>
        <p:spPr>
          <a:xfrm>
            <a:off x="3441208" y="19892"/>
            <a:ext cx="578069" cy="662264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hlinkHover r:id="rId4" action="ppaction://hlinksldjump"/>
          </p:cNvPr>
          <p:cNvSpPr/>
          <p:nvPr/>
        </p:nvSpPr>
        <p:spPr>
          <a:xfrm>
            <a:off x="4501156" y="235351"/>
            <a:ext cx="578069" cy="663259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hlinkHover r:id="rId4" action="ppaction://hlinksldjump"/>
          </p:cNvPr>
          <p:cNvSpPr/>
          <p:nvPr/>
        </p:nvSpPr>
        <p:spPr>
          <a:xfrm>
            <a:off x="5557940" y="19892"/>
            <a:ext cx="578069" cy="662264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hlinkHover r:id="rId4" action="ppaction://hlinksldjump"/>
          </p:cNvPr>
          <p:cNvSpPr/>
          <p:nvPr/>
        </p:nvSpPr>
        <p:spPr>
          <a:xfrm>
            <a:off x="6611851" y="235351"/>
            <a:ext cx="578069" cy="663259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hlinkHover r:id="rId4" action="ppaction://hlinksldjump"/>
          </p:cNvPr>
          <p:cNvSpPr/>
          <p:nvPr/>
        </p:nvSpPr>
        <p:spPr>
          <a:xfrm>
            <a:off x="7674672" y="19892"/>
            <a:ext cx="578069" cy="662264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hlinkHover r:id="rId4" action="ppaction://hlinksldjump"/>
          </p:cNvPr>
          <p:cNvSpPr/>
          <p:nvPr/>
        </p:nvSpPr>
        <p:spPr>
          <a:xfrm>
            <a:off x="8722546" y="235352"/>
            <a:ext cx="578069" cy="662264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Дойдите до финиша как можно быстрее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78916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878317" y="977461"/>
            <a:ext cx="4435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Уровень 3</a:t>
            </a:r>
            <a:endParaRPr lang="ru-RU" sz="40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18879" y="3579176"/>
            <a:ext cx="6754239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Когда будете готовы – нажмите на «Старт»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9" name="Овал 8">
            <a:hlinkHover r:id="" action="ppaction://hlinkshowjump?jump=nextslide"/>
          </p:cNvPr>
          <p:cNvSpPr/>
          <p:nvPr/>
        </p:nvSpPr>
        <p:spPr>
          <a:xfrm>
            <a:off x="530773" y="2088931"/>
            <a:ext cx="914400" cy="9144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hlinkHover r:id="" action="ppaction://hlinkshowjump?jump=nextslide"/>
          </p:cNvPr>
          <p:cNvSpPr txBox="1"/>
          <p:nvPr/>
        </p:nvSpPr>
        <p:spPr>
          <a:xfrm>
            <a:off x="477183" y="2315298"/>
            <a:ext cx="1021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Старт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2328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hlinkHover r:id="" action="ppaction://hlinkshowjump?jump=nextslide" highlightClick="1"/>
          </p:cNvPr>
          <p:cNvSpPr/>
          <p:nvPr/>
        </p:nvSpPr>
        <p:spPr>
          <a:xfrm>
            <a:off x="7882758" y="3121572"/>
            <a:ext cx="512136" cy="512136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Найдите финиш. </a:t>
            </a:r>
            <a:r>
              <a:rPr lang="ru-RU" sz="2400" b="1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Избегайте препятствия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5" name="Прямоугольник 4">
            <a:hlinkHover r:id="rId4" action="ppaction://hlinksldjump"/>
          </p:cNvPr>
          <p:cNvSpPr/>
          <p:nvPr/>
        </p:nvSpPr>
        <p:spPr>
          <a:xfrm>
            <a:off x="4340772" y="3384331"/>
            <a:ext cx="914400" cy="9144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hlinkHover r:id="rId4" action="ppaction://hlinksldjump"/>
          </p:cNvPr>
          <p:cNvSpPr/>
          <p:nvPr/>
        </p:nvSpPr>
        <p:spPr>
          <a:xfrm>
            <a:off x="6968358" y="2207172"/>
            <a:ext cx="914400" cy="9144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hlinkHover r:id="rId4" action="ppaction://hlinksldjump"/>
          </p:cNvPr>
          <p:cNvSpPr/>
          <p:nvPr/>
        </p:nvSpPr>
        <p:spPr>
          <a:xfrm>
            <a:off x="6550816" y="4867079"/>
            <a:ext cx="914400" cy="9144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hlinkHover r:id="rId4" action="ppaction://hlinksldjump"/>
          </p:cNvPr>
          <p:cNvSpPr/>
          <p:nvPr/>
        </p:nvSpPr>
        <p:spPr>
          <a:xfrm>
            <a:off x="2104940" y="5613313"/>
            <a:ext cx="914400" cy="9144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hlinkHover r:id="rId4" action="ppaction://hlinksldjump"/>
          </p:cNvPr>
          <p:cNvSpPr/>
          <p:nvPr/>
        </p:nvSpPr>
        <p:spPr>
          <a:xfrm>
            <a:off x="2393975" y="2123089"/>
            <a:ext cx="914400" cy="9144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hlinkHover r:id="rId4" action="ppaction://hlinksldjump"/>
          </p:cNvPr>
          <p:cNvSpPr/>
          <p:nvPr/>
        </p:nvSpPr>
        <p:spPr>
          <a:xfrm>
            <a:off x="964569" y="717733"/>
            <a:ext cx="914400" cy="9144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hlinkHover r:id="rId4" action="ppaction://hlinksldjump"/>
          </p:cNvPr>
          <p:cNvSpPr/>
          <p:nvPr/>
        </p:nvSpPr>
        <p:spPr>
          <a:xfrm>
            <a:off x="798786" y="4243954"/>
            <a:ext cx="914400" cy="9144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hlinkHover r:id="rId4" action="ppaction://hlinksldjump"/>
          </p:cNvPr>
          <p:cNvSpPr/>
          <p:nvPr/>
        </p:nvSpPr>
        <p:spPr>
          <a:xfrm>
            <a:off x="8655268" y="3329554"/>
            <a:ext cx="914400" cy="9144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hlinkHover r:id="rId4" action="ppaction://hlinksldjump"/>
          </p:cNvPr>
          <p:cNvSpPr/>
          <p:nvPr/>
        </p:nvSpPr>
        <p:spPr>
          <a:xfrm>
            <a:off x="10357944" y="710253"/>
            <a:ext cx="914400" cy="9144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hlinkHover r:id="rId4" action="ppaction://hlinksldjump"/>
          </p:cNvPr>
          <p:cNvSpPr/>
          <p:nvPr/>
        </p:nvSpPr>
        <p:spPr>
          <a:xfrm>
            <a:off x="5181599" y="825062"/>
            <a:ext cx="914400" cy="9144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hlinkHover r:id="rId4" action="ppaction://hlinksldjump"/>
          </p:cNvPr>
          <p:cNvSpPr/>
          <p:nvPr/>
        </p:nvSpPr>
        <p:spPr>
          <a:xfrm>
            <a:off x="10357944" y="5408377"/>
            <a:ext cx="914400" cy="9144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7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878317" y="977461"/>
            <a:ext cx="4435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Уровень 4</a:t>
            </a:r>
            <a:endParaRPr lang="ru-RU" sz="40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18879" y="3579176"/>
            <a:ext cx="6754239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Когда будете готовы – нажмите на «Старт»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9" name="Овал 8">
            <a:hlinkHover r:id="" action="ppaction://hlinkshowjump?jump=nextslide"/>
          </p:cNvPr>
          <p:cNvSpPr/>
          <p:nvPr/>
        </p:nvSpPr>
        <p:spPr>
          <a:xfrm>
            <a:off x="530773" y="2088931"/>
            <a:ext cx="914400" cy="9144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hlinkHover r:id="" action="ppaction://hlinkshowjump?jump=nextslide"/>
          </p:cNvPr>
          <p:cNvSpPr txBox="1"/>
          <p:nvPr/>
        </p:nvSpPr>
        <p:spPr>
          <a:xfrm>
            <a:off x="477183" y="2315298"/>
            <a:ext cx="1021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Старт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7582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01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1000">
        <p:fade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" name="Группа 7"/>
          <p:cNvGrpSpPr/>
          <p:nvPr/>
        </p:nvGrpSpPr>
        <p:grpSpPr>
          <a:xfrm>
            <a:off x="4314496" y="1626475"/>
            <a:ext cx="3563007" cy="1802525"/>
            <a:chOff x="2406868" y="1545020"/>
            <a:chExt cx="3563007" cy="1802525"/>
          </a:xfrm>
        </p:grpSpPr>
        <p:sp>
          <p:nvSpPr>
            <p:cNvPr id="3" name="Прямоугольник 2"/>
            <p:cNvSpPr/>
            <p:nvPr/>
          </p:nvSpPr>
          <p:spPr>
            <a:xfrm>
              <a:off x="2406868" y="1545020"/>
              <a:ext cx="3563007" cy="18025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406868" y="1545020"/>
              <a:ext cx="35630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b="1" dirty="0" smtClean="0">
                  <a:latin typeface="Artifakt Element" panose="020B0503050000020004" pitchFamily="34" charset="-52"/>
                  <a:ea typeface="Artifakt Element" panose="020B0503050000020004" pitchFamily="34" charset="-52"/>
                </a:rPr>
                <a:t>Ошибка приложения</a:t>
              </a:r>
              <a:endParaRPr lang="ru-RU" sz="1600" b="1" dirty="0">
                <a:latin typeface="Artifakt Element" panose="020B0503050000020004" pitchFamily="34" charset="-52"/>
                <a:ea typeface="Artifakt Element" panose="020B0503050000020004" pitchFamily="34" charset="-52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596053" y="1967722"/>
              <a:ext cx="31846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Artifakt Element" panose="020B0503050000020004" pitchFamily="34" charset="-52"/>
                  <a:ea typeface="Artifakt Element" panose="020B0503050000020004" pitchFamily="34" charset="-52"/>
                </a:rPr>
                <a:t>Cursor Adventure </a:t>
              </a:r>
              <a:r>
                <a:rPr lang="ru-RU" sz="1600" dirty="0" smtClean="0">
                  <a:latin typeface="Artifakt Element" panose="020B0503050000020004" pitchFamily="34" charset="-52"/>
                  <a:ea typeface="Artifakt Element" panose="020B0503050000020004" pitchFamily="34" charset="-52"/>
                </a:rPr>
                <a:t>не отвечает</a:t>
              </a:r>
              <a:endParaRPr lang="ru-RU" sz="1600" dirty="0">
                <a:latin typeface="Artifakt Element" panose="020B0503050000020004" pitchFamily="34" charset="-52"/>
                <a:ea typeface="Artifakt Element" panose="020B0503050000020004" pitchFamily="34" charset="-52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596053" y="2306276"/>
              <a:ext cx="31846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tifakt Element" panose="020B0503050000020004" pitchFamily="34" charset="-52"/>
                  <a:ea typeface="Artifakt Element" panose="020B0503050000020004" pitchFamily="34" charset="-52"/>
                </a:rPr>
                <a:t>Вы можете перезагрузить приложение, или подождать, когда оно ответит</a:t>
              </a:r>
              <a:endPara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endParaRPr>
            </a:p>
          </p:txBody>
        </p:sp>
        <p:sp>
          <p:nvSpPr>
            <p:cNvPr id="7" name="Прямоугольник 6">
              <a:hlinkClick r:id="rId2" action="ppaction://hlinksldjump"/>
            </p:cNvPr>
            <p:cNvSpPr/>
            <p:nvPr/>
          </p:nvSpPr>
          <p:spPr>
            <a:xfrm>
              <a:off x="4267200" y="2930617"/>
              <a:ext cx="1513488" cy="2542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 smtClean="0">
                  <a:solidFill>
                    <a:schemeClr val="tx1"/>
                  </a:solidFill>
                  <a:latin typeface="Artifakt Element" panose="020B0503050000020004" pitchFamily="34" charset="-52"/>
                  <a:ea typeface="Artifakt Element" panose="020B0503050000020004" pitchFamily="34" charset="-52"/>
                </a:rPr>
                <a:t>Перезагрузить</a:t>
              </a:r>
              <a:endParaRPr lang="ru-RU" sz="1400" dirty="0">
                <a:solidFill>
                  <a:schemeClr val="tx1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981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4314496" y="1626475"/>
            <a:ext cx="3563007" cy="18025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4314496" y="1626475"/>
            <a:ext cx="8182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>
                <a:latin typeface="Artifakt Element" panose="020B0503050000020004" pitchFamily="34" charset="-52"/>
                <a:ea typeface="Artifakt Element" panose="020B0503050000020004" pitchFamily="34" charset="-52"/>
              </a:rPr>
              <a:t>000000000000000000000000000000000000000000000000000000000000</a:t>
            </a:r>
            <a:endParaRPr lang="ru-RU" sz="1600" b="1" dirty="0"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03681" y="2049177"/>
            <a:ext cx="3184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Artifakt Element" panose="020B0503050000020004" pitchFamily="34" charset="-52"/>
                <a:ea typeface="Artifakt Element" panose="020B0503050000020004" pitchFamily="34" charset="-52"/>
              </a:rPr>
              <a:t>error</a:t>
            </a:r>
            <a:endParaRPr lang="ru-RU" sz="1600" dirty="0"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03681" y="2387731"/>
            <a:ext cx="3184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error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7" name="Прямоугольник 6">
            <a:hlinkClick r:id="rId2" action="ppaction://hlinksldjump"/>
          </p:cNvPr>
          <p:cNvSpPr/>
          <p:nvPr/>
        </p:nvSpPr>
        <p:spPr>
          <a:xfrm>
            <a:off x="4503681" y="3003284"/>
            <a:ext cx="3184635" cy="2542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>
                <a:solidFill>
                  <a:schemeClr val="tx1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Не нажимай меня</a:t>
            </a:r>
            <a:endParaRPr lang="ru-RU" sz="1400" dirty="0">
              <a:solidFill>
                <a:schemeClr val="tx1"/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30133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4314496" y="1626475"/>
            <a:ext cx="3563007" cy="18025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4314496" y="1626475"/>
            <a:ext cx="3563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>
                <a:latin typeface="Artifakt Element" panose="020B0503050000020004" pitchFamily="34" charset="-52"/>
                <a:ea typeface="Artifakt Element" panose="020B0503050000020004" pitchFamily="34" charset="-52"/>
              </a:rPr>
              <a:t>Средство очистки диска</a:t>
            </a:r>
            <a:endParaRPr lang="ru-RU" sz="1600" b="1" dirty="0"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03681" y="2049177"/>
            <a:ext cx="3184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Artifakt Element" panose="020B0503050000020004" pitchFamily="34" charset="-52"/>
                <a:ea typeface="Artifakt Element" panose="020B0503050000020004" pitchFamily="34" charset="-52"/>
              </a:rPr>
              <a:t>Удаление </a:t>
            </a:r>
            <a:r>
              <a:rPr lang="en-US" sz="1600" dirty="0" smtClean="0">
                <a:latin typeface="Artifakt Element" panose="020B0503050000020004" pitchFamily="34" charset="-52"/>
                <a:ea typeface="Artifakt Element" panose="020B0503050000020004" pitchFamily="34" charset="-52"/>
              </a:rPr>
              <a:t>Windows</a:t>
            </a:r>
            <a:endParaRPr lang="ru-RU" sz="1600" dirty="0"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03681" y="2387731"/>
            <a:ext cx="318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Это не займёт много времени. Не выключайте компьютер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81707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0000">
        <p:fade/>
      </p:transition>
    </mc:Choice>
    <mc:Fallback xmlns="">
      <p:transition advClick="0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0413" y="357352"/>
            <a:ext cx="4014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Loading operating system…</a:t>
            </a:r>
            <a:endParaRPr lang="ru-RU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34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0413" y="357352"/>
            <a:ext cx="4014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Loading operating system…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Can't find Windows 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</a:p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Press CTRL+ALT+DELETE to restart</a:t>
            </a:r>
            <a:endParaRPr lang="ru-RU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811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878317" y="977461"/>
            <a:ext cx="4435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Cursor Adventure</a:t>
            </a:r>
            <a:endParaRPr lang="ru-RU" sz="40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25917" y="3579176"/>
            <a:ext cx="4740164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Telegram: @pyvasic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7" name="Овал 6">
            <a:hlinkHover r:id="" action="ppaction://hlinkshowjump?jump=endshow"/>
          </p:cNvPr>
          <p:cNvSpPr/>
          <p:nvPr/>
        </p:nvSpPr>
        <p:spPr>
          <a:xfrm>
            <a:off x="530773" y="2088931"/>
            <a:ext cx="914400" cy="9144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hlinkHover r:id="" action="ppaction://hlinkshowjump?jump=endshow"/>
          </p:cNvPr>
          <p:cNvSpPr txBox="1"/>
          <p:nvPr/>
        </p:nvSpPr>
        <p:spPr>
          <a:xfrm>
            <a:off x="477183" y="2315298"/>
            <a:ext cx="1021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spc="-300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Выход</a:t>
            </a:r>
            <a:endParaRPr lang="ru-RU" sz="2400" b="1" spc="-300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25956" y="2967335"/>
            <a:ext cx="8940086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Вы победили. Ждите продолжения игры </a:t>
            </a:r>
            <a:r>
              <a:rPr lang="en-US" sz="2400" b="1" dirty="0" smtClean="0">
                <a:solidFill>
                  <a:schemeClr val="bg1">
                    <a:lumMod val="9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Cursor Adventure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9476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209" y="1893796"/>
            <a:ext cx="2643581" cy="307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8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128</Words>
  <Application>Microsoft Office PowerPoint</Application>
  <PresentationFormat>Широкоэкранный</PresentationFormat>
  <Paragraphs>36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Artifakt Element</vt:lpstr>
      <vt:lpstr>Calibri</vt:lpstr>
      <vt:lpstr>Calibri Light</vt:lpstr>
      <vt:lpstr>Gisha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JerryTheCat</dc:creator>
  <cp:lastModifiedBy>JerryTheCat</cp:lastModifiedBy>
  <cp:revision>131</cp:revision>
  <dcterms:created xsi:type="dcterms:W3CDTF">2021-08-28T09:19:12Z</dcterms:created>
  <dcterms:modified xsi:type="dcterms:W3CDTF">2021-09-05T06:14:14Z</dcterms:modified>
</cp:coreProperties>
</file>