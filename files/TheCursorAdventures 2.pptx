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74" r:id="rId12"/>
  </p:sldIdLst>
  <p:sldSz cx="12192000" cy="6858000"/>
  <p:notesSz cx="6858000" cy="9144000"/>
  <p:embeddedFontLst>
    <p:embeddedFont>
      <p:font typeface="Bad Script" panose="02000000000000000000" pitchFamily="2" charset="0"/>
      <p:regular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Artifakt Element" panose="020B0503050000020004" pitchFamily="34" charset="-52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isha" panose="020B0502040204020203" pitchFamily="34" charset="-79"/>
      <p:regular r:id="rId24"/>
      <p:bold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02" autoAdjust="0"/>
    <p:restoredTop sz="96187" autoAdjust="0"/>
  </p:normalViewPr>
  <p:slideViewPr>
    <p:cSldViewPr snapToGrid="0">
      <p:cViewPr varScale="1">
        <p:scale>
          <a:sx n="91" d="100"/>
          <a:sy n="91" d="100"/>
        </p:scale>
        <p:origin x="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73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25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12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9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99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87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30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80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87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36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07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955F6-3A92-4CFA-8C8E-F3857140645B}" type="datetimeFigureOut">
              <a:rPr lang="ru-RU" smtClean="0"/>
              <a:t>30.08.2021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8E39-950D-4725-AE7D-5A0F344D5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6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725917" y="3579176"/>
            <a:ext cx="4740164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Telegram: @pyvasic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7" name="Овал 6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9" name="Прямоугольник 8"/>
          <p:cNvSpPr/>
          <p:nvPr/>
        </p:nvSpPr>
        <p:spPr>
          <a:xfrm rot="21316466">
            <a:off x="3379118" y="824036"/>
            <a:ext cx="5644053" cy="101950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 rot="21316466">
            <a:off x="3347964" y="988936"/>
            <a:ext cx="5486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The</a:t>
            </a:r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Cursor</a:t>
            </a:r>
            <a:r>
              <a:rPr lang="en-US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Adventures</a:t>
            </a:r>
            <a:endParaRPr lang="ru-RU" sz="40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 rot="21316466">
            <a:off x="8317400" y="657000"/>
            <a:ext cx="7882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C0000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2</a:t>
            </a:r>
            <a:endParaRPr lang="ru-RU" sz="6600" b="1" dirty="0">
              <a:solidFill>
                <a:srgbClr val="C00000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5916" y="2967335"/>
            <a:ext cx="4740165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Сложность: Сложный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5916" y="2352988"/>
            <a:ext cx="4740165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1</a:t>
            </a:r>
            <a:endParaRPr lang="ru-RU" sz="2400" b="1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6728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hlinkHover r:id="rId3" action="ppaction://hlinksldjump"/>
          </p:cNvPr>
          <p:cNvSpPr/>
          <p:nvPr/>
        </p:nvSpPr>
        <p:spPr>
          <a:xfrm>
            <a:off x="4351533" y="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13370119" y="3167390"/>
            <a:ext cx="231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Молодец</a:t>
            </a:r>
            <a:endParaRPr lang="ru-RU" sz="2800" b="1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12" name="Прямоугольник 11">
            <a:hlinkHover r:id="rId3" action="ppaction://hlinksldjump"/>
          </p:cNvPr>
          <p:cNvSpPr/>
          <p:nvPr/>
        </p:nvSpPr>
        <p:spPr>
          <a:xfrm>
            <a:off x="6095999" y="162678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hlinkHover r:id="rId3" action="ppaction://hlinksldjump"/>
          </p:cNvPr>
          <p:cNvSpPr/>
          <p:nvPr/>
        </p:nvSpPr>
        <p:spPr>
          <a:xfrm>
            <a:off x="7840464" y="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hlinkHover r:id="rId3" action="ppaction://hlinksldjump"/>
          </p:cNvPr>
          <p:cNvSpPr/>
          <p:nvPr/>
        </p:nvSpPr>
        <p:spPr>
          <a:xfrm>
            <a:off x="9584929" y="162678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hlinkHover r:id="rId3" action="ppaction://hlinksldjump"/>
          </p:cNvPr>
          <p:cNvSpPr/>
          <p:nvPr/>
        </p:nvSpPr>
        <p:spPr>
          <a:xfrm>
            <a:off x="11329394" y="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hlinkHover r:id="rId3" action="ppaction://hlinksldjump"/>
          </p:cNvPr>
          <p:cNvSpPr/>
          <p:nvPr/>
        </p:nvSpPr>
        <p:spPr>
          <a:xfrm>
            <a:off x="13073860" y="162678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hlinkHover r:id="rId3" action="ppaction://hlinksldjump"/>
          </p:cNvPr>
          <p:cNvSpPr/>
          <p:nvPr/>
        </p:nvSpPr>
        <p:spPr>
          <a:xfrm>
            <a:off x="14818325" y="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hlinkHover r:id="rId3" action="ppaction://hlinksldjump"/>
          </p:cNvPr>
          <p:cNvSpPr/>
          <p:nvPr/>
        </p:nvSpPr>
        <p:spPr>
          <a:xfrm>
            <a:off x="16562790" y="1626780"/>
            <a:ext cx="552893" cy="523122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31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7000">
        <p:fade/>
      </p:transition>
    </mc:Choice>
    <mc:Fallback xmlns="">
      <p:transition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L -1.4293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5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48148E-6 L -1.4293 1.48148E-6 " pathEditMode="relative" rAng="0" ptsTypes="AA">
                                      <p:cBhvr>
                                        <p:cTn id="8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-1.42943 0 " pathEditMode="relative" rAng="0" ptsTypes="AA">
                                      <p:cBhvr>
                                        <p:cTn id="10" dur="1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48148E-6 L -1.42942 1.48148E-6 " pathEditMode="relative" rAng="0" ptsTypes="AA">
                                      <p:cBhvr>
                                        <p:cTn id="12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 L -1.42942 0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48148E-6 L -1.42943 1.48148E-6 " pathEditMode="relative" rAng="0" ptsTypes="AA">
                                      <p:cBhvr>
                                        <p:cTn id="16" dur="1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 L -1.4293 0 " pathEditMode="relative" rAng="0" ptsTypes="AA">
                                      <p:cBhvr>
                                        <p:cTn id="18" dur="1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-1.4293 1.48148E-6 " pathEditMode="relative" rAng="0" ptsTypes="AA">
                                      <p:cBhvr>
                                        <p:cTn id="20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75E-6 0 L -0.69141 0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«Старт»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 rot="21316466">
            <a:off x="4778172" y="824036"/>
            <a:ext cx="2845946" cy="101950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 rot="21316466">
            <a:off x="4817919" y="979844"/>
            <a:ext cx="2766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2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8880" y="2967335"/>
            <a:ext cx="6754238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Сложность: Лёгкий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5880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hlinkHover r:id="" action="ppaction://hlinkshowjump?jump=nextslide"/>
          </p:cNvPr>
          <p:cNvSpPr/>
          <p:nvPr/>
        </p:nvSpPr>
        <p:spPr>
          <a:xfrm>
            <a:off x="10912609" y="3202632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hlinkHover r:id="" action="ppaction://hlinkshowjump?jump=nextslide"/>
          </p:cNvPr>
          <p:cNvSpPr txBox="1"/>
          <p:nvPr/>
        </p:nvSpPr>
        <p:spPr>
          <a:xfrm>
            <a:off x="10803594" y="3409108"/>
            <a:ext cx="1117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Ф</a:t>
            </a:r>
            <a:r>
              <a:rPr 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иниш</a:t>
            </a:r>
            <a:endParaRPr lang="ru-RU" sz="2400" spc="-3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Дойдите до финиша как можно быстрее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5" name="Прямоугольник 4">
            <a:hlinkHover r:id="rId4" action="ppaction://hlinksldjump"/>
          </p:cNvPr>
          <p:cNvSpPr/>
          <p:nvPr/>
        </p:nvSpPr>
        <p:spPr>
          <a:xfrm>
            <a:off x="-2209800" y="461664"/>
            <a:ext cx="2209800" cy="639633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91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-4.81481E-6 L 0.86251 -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«Старт»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Старт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 rot="21316466">
            <a:off x="4778172" y="824036"/>
            <a:ext cx="2845946" cy="101950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 rot="21316466">
            <a:off x="4817919" y="979844"/>
            <a:ext cx="2766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3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8880" y="2967335"/>
            <a:ext cx="6754238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Сложность: Средний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2328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Дойдите до финиша, избегая препятствий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32" name="Прямоугольник 31">
            <a:hlinkHover r:id="rId4" action="ppaction://hlinksldjump"/>
          </p:cNvPr>
          <p:cNvSpPr/>
          <p:nvPr/>
        </p:nvSpPr>
        <p:spPr>
          <a:xfrm>
            <a:off x="1728294" y="1619250"/>
            <a:ext cx="914400" cy="5238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10803594" y="3202632"/>
            <a:ext cx="1117764" cy="914400"/>
            <a:chOff x="10803594" y="3202632"/>
            <a:chExt cx="1117764" cy="914400"/>
          </a:xfrm>
        </p:grpSpPr>
        <p:sp>
          <p:nvSpPr>
            <p:cNvPr id="16" name="Овал 15">
              <a:hlinkHover r:id="" action="ppaction://hlinkshowjump?jump=nextslide"/>
            </p:cNvPr>
            <p:cNvSpPr/>
            <p:nvPr/>
          </p:nvSpPr>
          <p:spPr>
            <a:xfrm>
              <a:off x="10912609" y="3202632"/>
              <a:ext cx="914400" cy="914400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hlinkHover r:id="" action="ppaction://hlinkshowjump?jump=nextslide"/>
            </p:cNvPr>
            <p:cNvSpPr txBox="1"/>
            <p:nvPr/>
          </p:nvSpPr>
          <p:spPr>
            <a:xfrm>
              <a:off x="10803594" y="3409108"/>
              <a:ext cx="11177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spc="-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Ф</a:t>
              </a:r>
              <a:r>
                <a:rPr lang="ru-RU" sz="2400" spc="-3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tifakt Element" panose="020B0503050000020004" pitchFamily="34" charset="-52"/>
                  <a:ea typeface="Artifakt Element" panose="020B0503050000020004" pitchFamily="34" charset="-52"/>
                </a:rPr>
                <a:t>иниш</a:t>
              </a:r>
              <a:endParaRPr lang="ru-RU" sz="2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endParaRPr>
            </a:p>
          </p:txBody>
        </p:sp>
      </p:grpSp>
      <p:sp>
        <p:nvSpPr>
          <p:cNvPr id="18" name="Прямоугольник 17">
            <a:hlinkHover r:id="rId4" action="ppaction://hlinksldjump"/>
          </p:cNvPr>
          <p:cNvSpPr/>
          <p:nvPr/>
        </p:nvSpPr>
        <p:spPr>
          <a:xfrm>
            <a:off x="3913788" y="461665"/>
            <a:ext cx="914400" cy="5238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hlinkHover r:id="rId4" action="ppaction://hlinksldjump"/>
          </p:cNvPr>
          <p:cNvSpPr/>
          <p:nvPr/>
        </p:nvSpPr>
        <p:spPr>
          <a:xfrm>
            <a:off x="6265944" y="1619250"/>
            <a:ext cx="914400" cy="5238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hlinkHover r:id="rId4" action="ppaction://hlinksldjump"/>
          </p:cNvPr>
          <p:cNvSpPr/>
          <p:nvPr/>
        </p:nvSpPr>
        <p:spPr>
          <a:xfrm>
            <a:off x="8451438" y="461665"/>
            <a:ext cx="914400" cy="5238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7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0.12279 -4.81481E-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718879" y="3579176"/>
            <a:ext cx="6754239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Когда будете готовы – нажмите на «</a:t>
            </a: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HACK</a:t>
            </a:r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»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9" name="Овал 8">
            <a:hlinkHover r:id="" action="ppaction://hlinkshowjump?jump=nextslide"/>
          </p:cNvPr>
          <p:cNvSpPr/>
          <p:nvPr/>
        </p:nvSpPr>
        <p:spPr>
          <a:xfrm>
            <a:off x="530773" y="2088931"/>
            <a:ext cx="9144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hlinkHover r:id="" action="ppaction://hlinkshowjump?jump=nextslide"/>
          </p:cNvPr>
          <p:cNvSpPr txBox="1"/>
          <p:nvPr/>
        </p:nvSpPr>
        <p:spPr>
          <a:xfrm>
            <a:off x="477183" y="2315298"/>
            <a:ext cx="102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HACK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8880" y="2967335"/>
            <a:ext cx="6754238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Сложность: ???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  <p:sp>
        <p:nvSpPr>
          <p:cNvPr id="8" name="Прямоугольник 7"/>
          <p:cNvSpPr/>
          <p:nvPr/>
        </p:nvSpPr>
        <p:spPr>
          <a:xfrm rot="21316466">
            <a:off x="4778172" y="824036"/>
            <a:ext cx="2845946" cy="101950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 rot="21316466">
            <a:off x="4817919" y="979844"/>
            <a:ext cx="2766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Уровень </a:t>
            </a: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tifakt Element" panose="020B0503050000020004" pitchFamily="34" charset="-52"/>
                <a:ea typeface="Artifakt Element" panose="020B0503050000020004" pitchFamily="34" charset="-52"/>
                <a:cs typeface="Gisha" panose="020B0502040204020203" pitchFamily="34" charset="-79"/>
              </a:rPr>
              <a:t>4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Artifakt Element" panose="020B0503050000020004" pitchFamily="34" charset="-52"/>
              <a:ea typeface="Artifakt Element" panose="020B0503050000020004" pitchFamily="34" charset="-52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582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2741428" y="786808"/>
            <a:ext cx="67091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10100101010100001010101010010101010</a:t>
            </a:r>
            <a:r>
              <a:rPr lang="ru-RU" sz="4400" dirty="0" smtClean="0">
                <a:solidFill>
                  <a:srgbClr val="92D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</a:t>
            </a:r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110010101010101001010010101010101010101010101010100010101001001010101010101010101010101001</a:t>
            </a:r>
            <a:endParaRPr lang="ru-RU" sz="4400" dirty="0">
              <a:solidFill>
                <a:srgbClr val="00B050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23" name="Прямоугольник 22">
            <a:hlinkClick r:id="rId2" action="ppaction://hlinksldjump"/>
          </p:cNvPr>
          <p:cNvSpPr/>
          <p:nvPr/>
        </p:nvSpPr>
        <p:spPr>
          <a:xfrm>
            <a:off x="6092457" y="5442696"/>
            <a:ext cx="914400" cy="914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0</a:t>
            </a:r>
            <a:endParaRPr lang="ru-RU" sz="3600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24" name="Прямоугольник 23">
            <a:hlinkClick r:id="rId3" action="ppaction://hlinksldjump"/>
          </p:cNvPr>
          <p:cNvSpPr/>
          <p:nvPr/>
        </p:nvSpPr>
        <p:spPr>
          <a:xfrm>
            <a:off x="5178057" y="5442696"/>
            <a:ext cx="9144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0</a:t>
            </a:r>
            <a:endParaRPr lang="ru-RU" sz="3600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3242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2741428" y="786808"/>
            <a:ext cx="67091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010100101010100110010101010 </a:t>
            </a:r>
            <a:r>
              <a:rPr lang="ru-RU" sz="4400" dirty="0" smtClean="0">
                <a:solidFill>
                  <a:srgbClr val="92D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Молодец</a:t>
            </a:r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 101010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01000100101000101001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110 </a:t>
            </a:r>
            <a:r>
              <a:rPr lang="ru-RU" sz="4400" dirty="0" smtClean="0">
                <a:solidFill>
                  <a:srgbClr val="92D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Ты прошёл игру! </a:t>
            </a:r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10010100100100101010</a:t>
            </a:r>
            <a:endParaRPr lang="ru-RU" sz="4400" dirty="0">
              <a:solidFill>
                <a:srgbClr val="00B050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5178057" y="5442696"/>
            <a:ext cx="1828800" cy="914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atin typeface="Artifakt Element" panose="020B0503050000020004" pitchFamily="34" charset="-52"/>
                <a:ea typeface="Artifakt Element" panose="020B0503050000020004" pitchFamily="34" charset="-52"/>
              </a:rPr>
              <a:t>Выйти</a:t>
            </a:r>
            <a:endParaRPr lang="ru-RU" sz="3600" dirty="0"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5486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7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2741428" y="786808"/>
            <a:ext cx="67091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010100101010100110010101010 </a:t>
            </a:r>
            <a:r>
              <a:rPr lang="ru-RU" sz="4400" dirty="0" smtClean="0">
                <a:solidFill>
                  <a:srgbClr val="92D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Молодец</a:t>
            </a:r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 101010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01000100101000101001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110 </a:t>
            </a:r>
            <a:r>
              <a:rPr lang="ru-RU" sz="4400" dirty="0" smtClean="0">
                <a:solidFill>
                  <a:srgbClr val="92D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Ты прошёл игру! </a:t>
            </a:r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01</a:t>
            </a:r>
          </a:p>
          <a:p>
            <a:pPr algn="ctr"/>
            <a:r>
              <a:rPr lang="ru-RU" sz="4400" dirty="0" smtClean="0">
                <a:solidFill>
                  <a:srgbClr val="00B05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10010100100100101010</a:t>
            </a:r>
            <a:endParaRPr lang="ru-RU" sz="4400" dirty="0">
              <a:solidFill>
                <a:srgbClr val="00B050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  <p:sp>
        <p:nvSpPr>
          <p:cNvPr id="23" name="Прямоугольник 22">
            <a:hlinkClick r:id="" action="ppaction://hlinkshowjump?jump=endshow"/>
          </p:cNvPr>
          <p:cNvSpPr/>
          <p:nvPr/>
        </p:nvSpPr>
        <p:spPr>
          <a:xfrm>
            <a:off x="5178057" y="5442696"/>
            <a:ext cx="1828800" cy="914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atin typeface="Bad Script" panose="02000000000000000000" pitchFamily="2" charset="0"/>
                <a:ea typeface="Artifakt Element" panose="020B0503050000020004" pitchFamily="34" charset="-52"/>
              </a:rPr>
              <a:t>Прощай</a:t>
            </a:r>
            <a:endParaRPr lang="ru-RU" sz="3600" dirty="0">
              <a:latin typeface="Bad Script" panose="02000000000000000000" pitchFamily="2" charset="0"/>
              <a:ea typeface="Artifakt Element" panose="020B0503050000020004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26264" y="4669023"/>
            <a:ext cx="293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Bad Script" panose="02000000000000000000" pitchFamily="2" charset="0"/>
              </a:rPr>
              <a:t>Ждём тебя в новой части игры</a:t>
            </a:r>
            <a:endParaRPr lang="ru-RU" dirty="0">
              <a:solidFill>
                <a:schemeClr val="bg1"/>
              </a:solidFill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2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трелка вверх 11"/>
          <p:cNvSpPr/>
          <p:nvPr/>
        </p:nvSpPr>
        <p:spPr>
          <a:xfrm rot="18583824">
            <a:off x="4228235" y="888913"/>
            <a:ext cx="3735527" cy="5080173"/>
          </a:xfrm>
          <a:prstGeom prst="upArrow">
            <a:avLst>
              <a:gd name="adj1" fmla="val 32609"/>
              <a:gd name="adj2" fmla="val 88528"/>
            </a:avLst>
          </a:prstGeom>
          <a:blipFill>
            <a:blip r:embed="rId3"/>
            <a:tile tx="0" ty="0" sx="100000" sy="100000" flip="none" algn="tl"/>
          </a:blipFill>
          <a:ln w="76200" cap="rnd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684579" y="369014"/>
            <a:ext cx="156975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00" b="1" dirty="0" smtClean="0">
                <a:solidFill>
                  <a:srgbClr val="C00000"/>
                </a:solidFill>
                <a:latin typeface="Artifakt Element" panose="020B0503050000020004" pitchFamily="34" charset="-52"/>
                <a:ea typeface="Artifakt Element" panose="020B0503050000020004" pitchFamily="34" charset="-52"/>
              </a:rPr>
              <a:t>2</a:t>
            </a:r>
            <a:endParaRPr lang="ru-RU" sz="23900" b="1" dirty="0">
              <a:solidFill>
                <a:srgbClr val="C00000"/>
              </a:solidFill>
              <a:latin typeface="Artifakt Element" panose="020B0503050000020004" pitchFamily="34" charset="-52"/>
              <a:ea typeface="Artifakt Element" panose="020B05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5249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106</Words>
  <Application>Microsoft Office PowerPoint</Application>
  <PresentationFormat>Широкоэкранный</PresentationFormat>
  <Paragraphs>38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Bad Script</vt:lpstr>
      <vt:lpstr>Arial</vt:lpstr>
      <vt:lpstr>Calibri Light</vt:lpstr>
      <vt:lpstr>Artifakt Element</vt:lpstr>
      <vt:lpstr>Calibri</vt:lpstr>
      <vt:lpstr>Gisha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JerryTheCat</dc:creator>
  <cp:lastModifiedBy>JerryTheCat</cp:lastModifiedBy>
  <cp:revision>274</cp:revision>
  <dcterms:created xsi:type="dcterms:W3CDTF">2021-08-28T09:19:12Z</dcterms:created>
  <dcterms:modified xsi:type="dcterms:W3CDTF">2021-08-30T06:34:00Z</dcterms:modified>
</cp:coreProperties>
</file>